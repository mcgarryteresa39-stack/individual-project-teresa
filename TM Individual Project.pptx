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3"/>
  </p:notesMasterIdLst>
  <p:handoutMasterIdLst>
    <p:handoutMasterId r:id="rId24"/>
  </p:handoutMasterIdLst>
  <p:sldIdLst>
    <p:sldId id="306" r:id="rId5"/>
    <p:sldId id="321" r:id="rId6"/>
    <p:sldId id="308" r:id="rId7"/>
    <p:sldId id="329" r:id="rId8"/>
    <p:sldId id="331" r:id="rId9"/>
    <p:sldId id="319" r:id="rId10"/>
    <p:sldId id="323" r:id="rId11"/>
    <p:sldId id="314" r:id="rId12"/>
    <p:sldId id="316" r:id="rId13"/>
    <p:sldId id="315" r:id="rId14"/>
    <p:sldId id="322" r:id="rId15"/>
    <p:sldId id="324" r:id="rId16"/>
    <p:sldId id="325" r:id="rId17"/>
    <p:sldId id="320" r:id="rId18"/>
    <p:sldId id="326" r:id="rId19"/>
    <p:sldId id="327" r:id="rId20"/>
    <p:sldId id="328" r:id="rId21"/>
    <p:sldId id="312" r:id="rId22"/>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FE7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8E119F-0220-4FF6-B8C2-ADF262B5D9BD}" v="114" dt="2025-11-12T15:06:47.3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967" autoAdjust="0"/>
  </p:normalViewPr>
  <p:slideViewPr>
    <p:cSldViewPr snapToGrid="0">
      <p:cViewPr>
        <p:scale>
          <a:sx n="69" d="100"/>
          <a:sy n="69" d="100"/>
        </p:scale>
        <p:origin x="2112" y="756"/>
      </p:cViewPr>
      <p:guideLst>
        <p:guide orient="horz" pos="1392"/>
        <p:guide pos="7056"/>
        <p:guide orient="horz" pos="3168"/>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79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esa McGarry" userId="8421fe9734d2ab63" providerId="LiveId" clId="{671C1C00-6090-4ECF-A5E1-F184CA4224DA}"/>
    <pc:docChg chg="undo custSel addSld delSld modSld sldOrd modMainMaster">
      <pc:chgData name="Teresa McGarry" userId="8421fe9734d2ab63" providerId="LiveId" clId="{671C1C00-6090-4ECF-A5E1-F184CA4224DA}" dt="2025-11-12T15:09:25.009" v="5772" actId="47"/>
      <pc:docMkLst>
        <pc:docMk/>
      </pc:docMkLst>
      <pc:sldChg chg="addSp delSp modSp mod modTransition">
        <pc:chgData name="Teresa McGarry" userId="8421fe9734d2ab63" providerId="LiveId" clId="{671C1C00-6090-4ECF-A5E1-F184CA4224DA}" dt="2025-11-12T15:07:42.430" v="5756" actId="6549"/>
        <pc:sldMkLst>
          <pc:docMk/>
          <pc:sldMk cId="114769864" sldId="306"/>
        </pc:sldMkLst>
        <pc:spChg chg="mod">
          <ac:chgData name="Teresa McGarry" userId="8421fe9734d2ab63" providerId="LiveId" clId="{671C1C00-6090-4ECF-A5E1-F184CA4224DA}" dt="2025-11-12T15:01:55.373" v="5719" actId="6549"/>
          <ac:spMkLst>
            <pc:docMk/>
            <pc:sldMk cId="114769864" sldId="306"/>
            <ac:spMk id="2" creationId="{C3A9968B-2619-4F71-AB00-4C493E120805}"/>
          </ac:spMkLst>
        </pc:spChg>
        <pc:spChg chg="mod">
          <ac:chgData name="Teresa McGarry" userId="8421fe9734d2ab63" providerId="LiveId" clId="{671C1C00-6090-4ECF-A5E1-F184CA4224DA}" dt="2025-11-12T15:07:42.430" v="5756" actId="6549"/>
          <ac:spMkLst>
            <pc:docMk/>
            <pc:sldMk cId="114769864" sldId="306"/>
            <ac:spMk id="3" creationId="{A5F14073-9F68-4B7E-A576-26899D58C7A9}"/>
          </ac:spMkLst>
        </pc:spChg>
        <pc:spChg chg="add del mod">
          <ac:chgData name="Teresa McGarry" userId="8421fe9734d2ab63" providerId="LiveId" clId="{671C1C00-6090-4ECF-A5E1-F184CA4224DA}" dt="2025-11-12T15:06:55.980" v="5749" actId="478"/>
          <ac:spMkLst>
            <pc:docMk/>
            <pc:sldMk cId="114769864" sldId="306"/>
            <ac:spMk id="5" creationId="{C46290AB-7047-2955-B403-BC774FCEDC4B}"/>
          </ac:spMkLst>
        </pc:spChg>
        <pc:spChg chg="add mod">
          <ac:chgData name="Teresa McGarry" userId="8421fe9734d2ab63" providerId="LiveId" clId="{671C1C00-6090-4ECF-A5E1-F184CA4224DA}" dt="2025-11-12T15:07:25.600" v="5755" actId="207"/>
          <ac:spMkLst>
            <pc:docMk/>
            <pc:sldMk cId="114769864" sldId="306"/>
            <ac:spMk id="6" creationId="{70A9EF64-AC24-EB0D-DFFB-44D8B594CB24}"/>
          </ac:spMkLst>
        </pc:spChg>
        <pc:picChg chg="add mod">
          <ac:chgData name="Teresa McGarry" userId="8421fe9734d2ab63" providerId="LiveId" clId="{671C1C00-6090-4ECF-A5E1-F184CA4224DA}" dt="2025-11-12T15:06:58.739" v="5750" actId="1076"/>
          <ac:picMkLst>
            <pc:docMk/>
            <pc:sldMk cId="114769864" sldId="306"/>
            <ac:picMk id="7" creationId="{7CF5D5C0-F2BB-A8BB-F92F-CCE4BCB6EC39}"/>
          </ac:picMkLst>
        </pc:picChg>
      </pc:sldChg>
      <pc:sldChg chg="addSp delSp modSp del mod modTransition modClrScheme chgLayout">
        <pc:chgData name="Teresa McGarry" userId="8421fe9734d2ab63" providerId="LiveId" clId="{671C1C00-6090-4ECF-A5E1-F184CA4224DA}" dt="2025-11-11T08:36:54.431" v="2245" actId="47"/>
        <pc:sldMkLst>
          <pc:docMk/>
          <pc:sldMk cId="1613598062" sldId="307"/>
        </pc:sldMkLst>
      </pc:sldChg>
      <pc:sldChg chg="addSp delSp modSp mod ord modTransition modClrScheme chgLayout">
        <pc:chgData name="Teresa McGarry" userId="8421fe9734d2ab63" providerId="LiveId" clId="{671C1C00-6090-4ECF-A5E1-F184CA4224DA}" dt="2025-11-12T15:07:55.190" v="5758" actId="478"/>
        <pc:sldMkLst>
          <pc:docMk/>
          <pc:sldMk cId="365334912" sldId="308"/>
        </pc:sldMkLst>
        <pc:spChg chg="mod ord">
          <ac:chgData name="Teresa McGarry" userId="8421fe9734d2ab63" providerId="LiveId" clId="{671C1C00-6090-4ECF-A5E1-F184CA4224DA}" dt="2025-11-08T17:06:06.797" v="44" actId="26606"/>
          <ac:spMkLst>
            <pc:docMk/>
            <pc:sldMk cId="365334912" sldId="308"/>
            <ac:spMk id="3" creationId="{0115FF41-AFA4-4D25-AB42-AB034F4B4FEC}"/>
          </ac:spMkLst>
        </pc:spChg>
        <pc:spChg chg="mod">
          <ac:chgData name="Teresa McGarry" userId="8421fe9734d2ab63" providerId="LiveId" clId="{671C1C00-6090-4ECF-A5E1-F184CA4224DA}" dt="2025-11-10T15:22:31.674" v="66" actId="20577"/>
          <ac:spMkLst>
            <pc:docMk/>
            <pc:sldMk cId="365334912" sldId="308"/>
            <ac:spMk id="9" creationId="{D45C472E-4078-40A0-83A2-652E8356EDCB}"/>
          </ac:spMkLst>
        </pc:spChg>
        <pc:spChg chg="del mod">
          <ac:chgData name="Teresa McGarry" userId="8421fe9734d2ab63" providerId="LiveId" clId="{671C1C00-6090-4ECF-A5E1-F184CA4224DA}" dt="2025-11-12T15:07:55.190" v="5758" actId="478"/>
          <ac:spMkLst>
            <pc:docMk/>
            <pc:sldMk cId="365334912" sldId="308"/>
            <ac:spMk id="10" creationId="{A8C7C3A0-5E78-49C8-B8D4-F3DF62B2BC93}"/>
          </ac:spMkLst>
        </pc:spChg>
        <pc:spChg chg="mod">
          <ac:chgData name="Teresa McGarry" userId="8421fe9734d2ab63" providerId="LiveId" clId="{671C1C00-6090-4ECF-A5E1-F184CA4224DA}" dt="2025-11-08T17:06:06.797" v="44" actId="26606"/>
          <ac:spMkLst>
            <pc:docMk/>
            <pc:sldMk cId="365334912" sldId="308"/>
            <ac:spMk id="11" creationId="{56AE2454-CE9A-4A6B-AB5A-349E0D967654}"/>
          </ac:spMkLst>
        </pc:spChg>
        <pc:picChg chg="mod">
          <ac:chgData name="Teresa McGarry" userId="8421fe9734d2ab63" providerId="LiveId" clId="{671C1C00-6090-4ECF-A5E1-F184CA4224DA}" dt="2025-11-08T17:06:06.797" v="44" actId="26606"/>
          <ac:picMkLst>
            <pc:docMk/>
            <pc:sldMk cId="365334912" sldId="308"/>
            <ac:picMk id="8" creationId="{B53D1AAB-32B2-4F04-828F-AB1C758AF004}"/>
          </ac:picMkLst>
        </pc:picChg>
      </pc:sldChg>
      <pc:sldChg chg="modSp del mod modTransition">
        <pc:chgData name="Teresa McGarry" userId="8421fe9734d2ab63" providerId="LiveId" clId="{671C1C00-6090-4ECF-A5E1-F184CA4224DA}" dt="2025-11-11T09:26:12.934" v="2973" actId="47"/>
        <pc:sldMkLst>
          <pc:docMk/>
          <pc:sldMk cId="2227882511" sldId="309"/>
        </pc:sldMkLst>
      </pc:sldChg>
      <pc:sldChg chg="modSp mod modTransition">
        <pc:chgData name="Teresa McGarry" userId="8421fe9734d2ab63" providerId="LiveId" clId="{671C1C00-6090-4ECF-A5E1-F184CA4224DA}" dt="2025-11-10T20:51:48.504" v="1700" actId="20577"/>
        <pc:sldMkLst>
          <pc:docMk/>
          <pc:sldMk cId="927313156" sldId="312"/>
        </pc:sldMkLst>
        <pc:spChg chg="mod">
          <ac:chgData name="Teresa McGarry" userId="8421fe9734d2ab63" providerId="LiveId" clId="{671C1C00-6090-4ECF-A5E1-F184CA4224DA}" dt="2025-11-10T20:51:48.504" v="1700" actId="20577"/>
          <ac:spMkLst>
            <pc:docMk/>
            <pc:sldMk cId="927313156" sldId="312"/>
            <ac:spMk id="7" creationId="{42AF1107-8D35-4E35-93C7-D3640946F742}"/>
          </ac:spMkLst>
        </pc:spChg>
        <pc:picChg chg="mod">
          <ac:chgData name="Teresa McGarry" userId="8421fe9734d2ab63" providerId="LiveId" clId="{671C1C00-6090-4ECF-A5E1-F184CA4224DA}" dt="2025-11-08T17:07:23.590" v="55" actId="14826"/>
          <ac:picMkLst>
            <pc:docMk/>
            <pc:sldMk cId="927313156" sldId="312"/>
            <ac:picMk id="15" creationId="{3D15FDC1-74B5-4FD8-BD17-0E2502C411A6}"/>
          </ac:picMkLst>
        </pc:picChg>
      </pc:sldChg>
      <pc:sldChg chg="addSp delSp modSp new mod ord modTransition">
        <pc:chgData name="Teresa McGarry" userId="8421fe9734d2ab63" providerId="LiveId" clId="{671C1C00-6090-4ECF-A5E1-F184CA4224DA}" dt="2025-11-12T15:04:19.701" v="5729" actId="20577"/>
        <pc:sldMkLst>
          <pc:docMk/>
          <pc:sldMk cId="4129748034" sldId="314"/>
        </pc:sldMkLst>
        <pc:spChg chg="mod">
          <ac:chgData name="Teresa McGarry" userId="8421fe9734d2ab63" providerId="LiveId" clId="{671C1C00-6090-4ECF-A5E1-F184CA4224DA}" dt="2025-11-10T15:23:12.370" v="97" actId="20577"/>
          <ac:spMkLst>
            <pc:docMk/>
            <pc:sldMk cId="4129748034" sldId="314"/>
            <ac:spMk id="2" creationId="{1CCE1D11-BFEC-CFF7-9995-85ACAC311626}"/>
          </ac:spMkLst>
        </pc:spChg>
        <pc:spChg chg="mod">
          <ac:chgData name="Teresa McGarry" userId="8421fe9734d2ab63" providerId="LiveId" clId="{671C1C00-6090-4ECF-A5E1-F184CA4224DA}" dt="2025-11-10T20:52:23.422" v="1715" actId="20577"/>
          <ac:spMkLst>
            <pc:docMk/>
            <pc:sldMk cId="4129748034" sldId="314"/>
            <ac:spMk id="3" creationId="{145AE210-56AC-B7B3-4D33-30A6B13188A7}"/>
          </ac:spMkLst>
        </pc:spChg>
        <pc:spChg chg="mod">
          <ac:chgData name="Teresa McGarry" userId="8421fe9734d2ab63" providerId="LiveId" clId="{671C1C00-6090-4ECF-A5E1-F184CA4224DA}" dt="2025-11-12T15:04:19.701" v="5729" actId="20577"/>
          <ac:spMkLst>
            <pc:docMk/>
            <pc:sldMk cId="4129748034" sldId="314"/>
            <ac:spMk id="4" creationId="{50752CD2-A625-7691-3D3A-38B8806C406E}"/>
          </ac:spMkLst>
        </pc:spChg>
        <pc:spChg chg="add del mod">
          <ac:chgData name="Teresa McGarry" userId="8421fe9734d2ab63" providerId="LiveId" clId="{671C1C00-6090-4ECF-A5E1-F184CA4224DA}" dt="2025-11-11T08:42:09.596" v="2324" actId="478"/>
          <ac:spMkLst>
            <pc:docMk/>
            <pc:sldMk cId="4129748034" sldId="314"/>
            <ac:spMk id="6" creationId="{40F3D5D5-6A60-2A01-2901-CD6907B3D077}"/>
          </ac:spMkLst>
        </pc:spChg>
        <pc:spChg chg="add del mod">
          <ac:chgData name="Teresa McGarry" userId="8421fe9734d2ab63" providerId="LiveId" clId="{671C1C00-6090-4ECF-A5E1-F184CA4224DA}" dt="2025-11-11T08:44:37.940" v="2394" actId="478"/>
          <ac:spMkLst>
            <pc:docMk/>
            <pc:sldMk cId="4129748034" sldId="314"/>
            <ac:spMk id="7" creationId="{852CD201-8C8A-BDDC-8603-EB8DFF4B60B9}"/>
          </ac:spMkLst>
        </pc:spChg>
        <pc:graphicFrameChg chg="add del mod modGraphic">
          <ac:chgData name="Teresa McGarry" userId="8421fe9734d2ab63" providerId="LiveId" clId="{671C1C00-6090-4ECF-A5E1-F184CA4224DA}" dt="2025-11-11T08:46:19.948" v="2451" actId="478"/>
          <ac:graphicFrameMkLst>
            <pc:docMk/>
            <pc:sldMk cId="4129748034" sldId="314"/>
            <ac:graphicFrameMk id="14" creationId="{9D0445DA-71F0-7AF2-4A09-6E62C2205397}"/>
          </ac:graphicFrameMkLst>
        </pc:graphicFrameChg>
        <pc:graphicFrameChg chg="add mod modGraphic">
          <ac:chgData name="Teresa McGarry" userId="8421fe9734d2ab63" providerId="LiveId" clId="{671C1C00-6090-4ECF-A5E1-F184CA4224DA}" dt="2025-11-12T14:37:51.432" v="4956" actId="113"/>
          <ac:graphicFrameMkLst>
            <pc:docMk/>
            <pc:sldMk cId="4129748034" sldId="314"/>
            <ac:graphicFrameMk id="17" creationId="{880FD060-3121-3322-40C1-F1659635BA6B}"/>
          </ac:graphicFrameMkLst>
        </pc:graphicFrameChg>
      </pc:sldChg>
      <pc:sldChg chg="addSp delSp modSp new mod modTransition modClrScheme chgLayout">
        <pc:chgData name="Teresa McGarry" userId="8421fe9734d2ab63" providerId="LiveId" clId="{671C1C00-6090-4ECF-A5E1-F184CA4224DA}" dt="2025-11-11T11:06:35.965" v="3037" actId="20577"/>
        <pc:sldMkLst>
          <pc:docMk/>
          <pc:sldMk cId="796002146" sldId="315"/>
        </pc:sldMkLst>
        <pc:spChg chg="mod">
          <ac:chgData name="Teresa McGarry" userId="8421fe9734d2ab63" providerId="LiveId" clId="{671C1C00-6090-4ECF-A5E1-F184CA4224DA}" dt="2025-11-10T17:55:06.040" v="384" actId="26606"/>
          <ac:spMkLst>
            <pc:docMk/>
            <pc:sldMk cId="796002146" sldId="315"/>
            <ac:spMk id="2" creationId="{87C8BA71-765C-91DC-4C1D-14E4FC4D566D}"/>
          </ac:spMkLst>
        </pc:spChg>
        <pc:spChg chg="mod modVis">
          <ac:chgData name="Teresa McGarry" userId="8421fe9734d2ab63" providerId="LiveId" clId="{671C1C00-6090-4ECF-A5E1-F184CA4224DA}" dt="2025-11-10T17:55:06.040" v="384" actId="26606"/>
          <ac:spMkLst>
            <pc:docMk/>
            <pc:sldMk cId="796002146" sldId="315"/>
            <ac:spMk id="3" creationId="{4EFB49CB-D318-23BE-5712-F5D829C61F79}"/>
          </ac:spMkLst>
        </pc:spChg>
        <pc:spChg chg="mod ord">
          <ac:chgData name="Teresa McGarry" userId="8421fe9734d2ab63" providerId="LiveId" clId="{671C1C00-6090-4ECF-A5E1-F184CA4224DA}" dt="2025-11-10T17:55:06.040" v="384" actId="26606"/>
          <ac:spMkLst>
            <pc:docMk/>
            <pc:sldMk cId="796002146" sldId="315"/>
            <ac:spMk id="5" creationId="{D83DADD0-F581-5736-F6E2-A9AE70981229}"/>
          </ac:spMkLst>
        </pc:spChg>
        <pc:spChg chg="add mod">
          <ac:chgData name="Teresa McGarry" userId="8421fe9734d2ab63" providerId="LiveId" clId="{671C1C00-6090-4ECF-A5E1-F184CA4224DA}" dt="2025-11-10T20:52:48.464" v="1717" actId="1076"/>
          <ac:spMkLst>
            <pc:docMk/>
            <pc:sldMk cId="796002146" sldId="315"/>
            <ac:spMk id="12" creationId="{8FCAD242-0F27-0661-9DB5-8DEF2A19542A}"/>
          </ac:spMkLst>
        </pc:spChg>
        <pc:spChg chg="add mod">
          <ac:chgData name="Teresa McGarry" userId="8421fe9734d2ab63" providerId="LiveId" clId="{671C1C00-6090-4ECF-A5E1-F184CA4224DA}" dt="2025-11-11T08:48:53.573" v="2625" actId="20577"/>
          <ac:spMkLst>
            <pc:docMk/>
            <pc:sldMk cId="796002146" sldId="315"/>
            <ac:spMk id="13" creationId="{AD0F096B-5F54-080E-ACEB-133334D41D3C}"/>
          </ac:spMkLst>
        </pc:spChg>
        <pc:graphicFrameChg chg="add mod modGraphic">
          <ac:chgData name="Teresa McGarry" userId="8421fe9734d2ab63" providerId="LiveId" clId="{671C1C00-6090-4ECF-A5E1-F184CA4224DA}" dt="2025-11-11T11:06:35.965" v="3037" actId="20577"/>
          <ac:graphicFrameMkLst>
            <pc:docMk/>
            <pc:sldMk cId="796002146" sldId="315"/>
            <ac:graphicFrameMk id="14" creationId="{E9FE680A-C24A-174F-07BC-DF086259393E}"/>
          </ac:graphicFrameMkLst>
        </pc:graphicFrameChg>
        <pc:picChg chg="add mod">
          <ac:chgData name="Teresa McGarry" userId="8421fe9734d2ab63" providerId="LiveId" clId="{671C1C00-6090-4ECF-A5E1-F184CA4224DA}" dt="2025-11-11T08:50:26.720" v="2683" actId="1076"/>
          <ac:picMkLst>
            <pc:docMk/>
            <pc:sldMk cId="796002146" sldId="315"/>
            <ac:picMk id="11" creationId="{C992D86D-C5C7-7035-DA78-CE9D36519F26}"/>
          </ac:picMkLst>
        </pc:picChg>
      </pc:sldChg>
      <pc:sldChg chg="addSp modSp new mod modTransition">
        <pc:chgData name="Teresa McGarry" userId="8421fe9734d2ab63" providerId="LiveId" clId="{671C1C00-6090-4ECF-A5E1-F184CA4224DA}" dt="2025-11-12T15:05:17.292" v="5737"/>
        <pc:sldMkLst>
          <pc:docMk/>
          <pc:sldMk cId="4043115926" sldId="316"/>
        </pc:sldMkLst>
        <pc:spChg chg="mod">
          <ac:chgData name="Teresa McGarry" userId="8421fe9734d2ab63" providerId="LiveId" clId="{671C1C00-6090-4ECF-A5E1-F184CA4224DA}" dt="2025-11-10T20:23:45.471" v="653" actId="20577"/>
          <ac:spMkLst>
            <pc:docMk/>
            <pc:sldMk cId="4043115926" sldId="316"/>
            <ac:spMk id="2" creationId="{0A4091C3-DEC1-BACD-6A88-2B37F4828EBF}"/>
          </ac:spMkLst>
        </pc:spChg>
        <pc:spChg chg="mod">
          <ac:chgData name="Teresa McGarry" userId="8421fe9734d2ab63" providerId="LiveId" clId="{671C1C00-6090-4ECF-A5E1-F184CA4224DA}" dt="2025-11-10T20:50:32.968" v="1598" actId="20577"/>
          <ac:spMkLst>
            <pc:docMk/>
            <pc:sldMk cId="4043115926" sldId="316"/>
            <ac:spMk id="3" creationId="{87A98957-D9D1-322A-2F91-07D7AC9D0F67}"/>
          </ac:spMkLst>
        </pc:spChg>
        <pc:spChg chg="mod">
          <ac:chgData name="Teresa McGarry" userId="8421fe9734d2ab63" providerId="LiveId" clId="{671C1C00-6090-4ECF-A5E1-F184CA4224DA}" dt="2025-11-12T15:05:17.292" v="5737"/>
          <ac:spMkLst>
            <pc:docMk/>
            <pc:sldMk cId="4043115926" sldId="316"/>
            <ac:spMk id="4" creationId="{D737085A-FFAB-8712-E4FA-56E8A862E1C8}"/>
          </ac:spMkLst>
        </pc:spChg>
        <pc:graphicFrameChg chg="add mod modGraphic">
          <ac:chgData name="Teresa McGarry" userId="8421fe9734d2ab63" providerId="LiveId" clId="{671C1C00-6090-4ECF-A5E1-F184CA4224DA}" dt="2025-11-11T08:55:57.298" v="2972" actId="20577"/>
          <ac:graphicFrameMkLst>
            <pc:docMk/>
            <pc:sldMk cId="4043115926" sldId="316"/>
            <ac:graphicFrameMk id="6" creationId="{E76677B1-4E53-BAC3-29BB-5B376DDBB5D9}"/>
          </ac:graphicFrameMkLst>
        </pc:graphicFrameChg>
      </pc:sldChg>
      <pc:sldChg chg="addSp delSp modSp new del mod">
        <pc:chgData name="Teresa McGarry" userId="8421fe9734d2ab63" providerId="LiveId" clId="{671C1C00-6090-4ECF-A5E1-F184CA4224DA}" dt="2025-11-12T15:09:16.968" v="5771" actId="47"/>
        <pc:sldMkLst>
          <pc:docMk/>
          <pc:sldMk cId="946164627" sldId="317"/>
        </pc:sldMkLst>
        <pc:spChg chg="mod">
          <ac:chgData name="Teresa McGarry" userId="8421fe9734d2ab63" providerId="LiveId" clId="{671C1C00-6090-4ECF-A5E1-F184CA4224DA}" dt="2025-11-10T22:17:15.122" v="2166" actId="20577"/>
          <ac:spMkLst>
            <pc:docMk/>
            <pc:sldMk cId="946164627" sldId="317"/>
            <ac:spMk id="2" creationId="{8EE67381-5DF4-ADE1-43DA-CEBC3954730B}"/>
          </ac:spMkLst>
        </pc:spChg>
        <pc:spChg chg="add del mod">
          <ac:chgData name="Teresa McGarry" userId="8421fe9734d2ab63" providerId="LiveId" clId="{671C1C00-6090-4ECF-A5E1-F184CA4224DA}" dt="2025-11-11T08:35:45.896" v="2221" actId="478"/>
          <ac:spMkLst>
            <pc:docMk/>
            <pc:sldMk cId="946164627" sldId="317"/>
            <ac:spMk id="3" creationId="{80021CF1-C6F8-B9BF-6481-8992A693CA63}"/>
          </ac:spMkLst>
        </pc:spChg>
        <pc:spChg chg="del">
          <ac:chgData name="Teresa McGarry" userId="8421fe9734d2ab63" providerId="LiveId" clId="{671C1C00-6090-4ECF-A5E1-F184CA4224DA}" dt="2025-11-11T08:34:45.746" v="2199" actId="478"/>
          <ac:spMkLst>
            <pc:docMk/>
            <pc:sldMk cId="946164627" sldId="317"/>
            <ac:spMk id="4" creationId="{E64C91AF-C6A9-5B55-CE86-18273B42E9B7}"/>
          </ac:spMkLst>
        </pc:spChg>
        <pc:spChg chg="del mod">
          <ac:chgData name="Teresa McGarry" userId="8421fe9734d2ab63" providerId="LiveId" clId="{671C1C00-6090-4ECF-A5E1-F184CA4224DA}" dt="2025-11-11T08:35:04.548" v="2208" actId="478"/>
          <ac:spMkLst>
            <pc:docMk/>
            <pc:sldMk cId="946164627" sldId="317"/>
            <ac:spMk id="5" creationId="{9BC9F2FF-69CF-1706-710D-DC7232C253B9}"/>
          </ac:spMkLst>
        </pc:spChg>
        <pc:spChg chg="del mod">
          <ac:chgData name="Teresa McGarry" userId="8421fe9734d2ab63" providerId="LiveId" clId="{671C1C00-6090-4ECF-A5E1-F184CA4224DA}" dt="2025-11-11T08:36:40.679" v="2239" actId="478"/>
          <ac:spMkLst>
            <pc:docMk/>
            <pc:sldMk cId="946164627" sldId="317"/>
            <ac:spMk id="6" creationId="{F943DB1B-8FAB-DDC2-060B-B4B0D997A0E1}"/>
          </ac:spMkLst>
        </pc:spChg>
        <pc:spChg chg="add del mod">
          <ac:chgData name="Teresa McGarry" userId="8421fe9734d2ab63" providerId="LiveId" clId="{671C1C00-6090-4ECF-A5E1-F184CA4224DA}" dt="2025-11-11T08:35:23.020" v="2214" actId="478"/>
          <ac:spMkLst>
            <pc:docMk/>
            <pc:sldMk cId="946164627" sldId="317"/>
            <ac:spMk id="8" creationId="{A0665F63-BC9C-122C-A9AD-6031FA3FBE98}"/>
          </ac:spMkLst>
        </pc:spChg>
        <pc:spChg chg="add del mod">
          <ac:chgData name="Teresa McGarry" userId="8421fe9734d2ab63" providerId="LiveId" clId="{671C1C00-6090-4ECF-A5E1-F184CA4224DA}" dt="2025-11-11T08:36:40.698" v="2241"/>
          <ac:spMkLst>
            <pc:docMk/>
            <pc:sldMk cId="946164627" sldId="317"/>
            <ac:spMk id="9" creationId="{4BC340EF-65FE-3F3F-B983-65A219436C6D}"/>
          </ac:spMkLst>
        </pc:spChg>
        <pc:graphicFrameChg chg="add mod modGraphic">
          <ac:chgData name="Teresa McGarry" userId="8421fe9734d2ab63" providerId="LiveId" clId="{671C1C00-6090-4ECF-A5E1-F184CA4224DA}" dt="2025-11-11T08:36:44.253" v="2242" actId="1076"/>
          <ac:graphicFrameMkLst>
            <pc:docMk/>
            <pc:sldMk cId="946164627" sldId="317"/>
            <ac:graphicFrameMk id="10" creationId="{766C4695-754D-D67B-D4AD-F5494107E749}"/>
          </ac:graphicFrameMkLst>
        </pc:graphicFrameChg>
      </pc:sldChg>
      <pc:sldChg chg="delSp modSp add del mod">
        <pc:chgData name="Teresa McGarry" userId="8421fe9734d2ab63" providerId="LiveId" clId="{671C1C00-6090-4ECF-A5E1-F184CA4224DA}" dt="2025-11-12T15:09:25.009" v="5772" actId="47"/>
        <pc:sldMkLst>
          <pc:docMk/>
          <pc:sldMk cId="1610571732" sldId="318"/>
        </pc:sldMkLst>
        <pc:spChg chg="mod">
          <ac:chgData name="Teresa McGarry" userId="8421fe9734d2ab63" providerId="LiveId" clId="{671C1C00-6090-4ECF-A5E1-F184CA4224DA}" dt="2025-11-10T21:01:26.129" v="1807" actId="6549"/>
          <ac:spMkLst>
            <pc:docMk/>
            <pc:sldMk cId="1610571732" sldId="318"/>
            <ac:spMk id="2" creationId="{84EEC04D-6894-17DE-6BA2-7808B02DA629}"/>
          </ac:spMkLst>
        </pc:spChg>
        <pc:spChg chg="mod">
          <ac:chgData name="Teresa McGarry" userId="8421fe9734d2ab63" providerId="LiveId" clId="{671C1C00-6090-4ECF-A5E1-F184CA4224DA}" dt="2025-11-12T15:05:11.792" v="5736"/>
          <ac:spMkLst>
            <pc:docMk/>
            <pc:sldMk cId="1610571732" sldId="318"/>
            <ac:spMk id="4" creationId="{3A453A8F-B8EE-4B57-70ED-101B24A94B79}"/>
          </ac:spMkLst>
        </pc:spChg>
        <pc:spChg chg="mod">
          <ac:chgData name="Teresa McGarry" userId="8421fe9734d2ab63" providerId="LiveId" clId="{671C1C00-6090-4ECF-A5E1-F184CA4224DA}" dt="2025-11-10T21:06:58.417" v="2164" actId="20577"/>
          <ac:spMkLst>
            <pc:docMk/>
            <pc:sldMk cId="1610571732" sldId="318"/>
            <ac:spMk id="6" creationId="{D8675716-99D8-A01F-C30D-53B1234D8887}"/>
          </ac:spMkLst>
        </pc:spChg>
        <pc:graphicFrameChg chg="mod modGraphic">
          <ac:chgData name="Teresa McGarry" userId="8421fe9734d2ab63" providerId="LiveId" clId="{671C1C00-6090-4ECF-A5E1-F184CA4224DA}" dt="2025-11-10T21:06:26.470" v="2160" actId="20577"/>
          <ac:graphicFrameMkLst>
            <pc:docMk/>
            <pc:sldMk cId="1610571732" sldId="318"/>
            <ac:graphicFrameMk id="14" creationId="{05DE2F5D-A0E3-14BC-7761-41648BAACAAE}"/>
          </ac:graphicFrameMkLst>
        </pc:graphicFrameChg>
      </pc:sldChg>
      <pc:sldChg chg="addSp modSp new mod ord">
        <pc:chgData name="Teresa McGarry" userId="8421fe9734d2ab63" providerId="LiveId" clId="{671C1C00-6090-4ECF-A5E1-F184CA4224DA}" dt="2025-11-12T15:04:51.048" v="5734"/>
        <pc:sldMkLst>
          <pc:docMk/>
          <pc:sldMk cId="2864650339" sldId="319"/>
        </pc:sldMkLst>
        <pc:spChg chg="mod">
          <ac:chgData name="Teresa McGarry" userId="8421fe9734d2ab63" providerId="LiveId" clId="{671C1C00-6090-4ECF-A5E1-F184CA4224DA}" dt="2025-11-11T08:34:09.477" v="2188" actId="20577"/>
          <ac:spMkLst>
            <pc:docMk/>
            <pc:sldMk cId="2864650339" sldId="319"/>
            <ac:spMk id="2" creationId="{9046060E-625E-3130-F09A-9A03D3A4BAB4}"/>
          </ac:spMkLst>
        </pc:spChg>
        <pc:spChg chg="mod">
          <ac:chgData name="Teresa McGarry" userId="8421fe9734d2ab63" providerId="LiveId" clId="{671C1C00-6090-4ECF-A5E1-F184CA4224DA}" dt="2025-11-12T15:04:51.048" v="5734"/>
          <ac:spMkLst>
            <pc:docMk/>
            <pc:sldMk cId="2864650339" sldId="319"/>
            <ac:spMk id="4" creationId="{A5947C59-FBA4-21B0-CB1D-DA469D4F7E88}"/>
          </ac:spMkLst>
        </pc:spChg>
        <pc:picChg chg="add mod">
          <ac:chgData name="Teresa McGarry" userId="8421fe9734d2ab63" providerId="LiveId" clId="{671C1C00-6090-4ECF-A5E1-F184CA4224DA}" dt="2025-11-11T08:34:01.960" v="2170" actId="1076"/>
          <ac:picMkLst>
            <pc:docMk/>
            <pc:sldMk cId="2864650339" sldId="319"/>
            <ac:picMk id="7" creationId="{AD0D6B0D-0565-0FBF-4370-E8B7F4287FFB}"/>
          </ac:picMkLst>
        </pc:picChg>
      </pc:sldChg>
      <pc:sldChg chg="addSp delSp modSp new mod ord">
        <pc:chgData name="Teresa McGarry" userId="8421fe9734d2ab63" providerId="LiveId" clId="{671C1C00-6090-4ECF-A5E1-F184CA4224DA}" dt="2025-11-12T15:05:38.448" v="5740"/>
        <pc:sldMkLst>
          <pc:docMk/>
          <pc:sldMk cId="1073833023" sldId="320"/>
        </pc:sldMkLst>
        <pc:spChg chg="mod">
          <ac:chgData name="Teresa McGarry" userId="8421fe9734d2ab63" providerId="LiveId" clId="{671C1C00-6090-4ECF-A5E1-F184CA4224DA}" dt="2025-11-12T09:20:19.077" v="3595" actId="6549"/>
          <ac:spMkLst>
            <pc:docMk/>
            <pc:sldMk cId="1073833023" sldId="320"/>
            <ac:spMk id="2" creationId="{A1FB8A5D-EEB5-BFD4-A030-5305DFB8C96E}"/>
          </ac:spMkLst>
        </pc:spChg>
        <pc:spChg chg="mod">
          <ac:chgData name="Teresa McGarry" userId="8421fe9734d2ab63" providerId="LiveId" clId="{671C1C00-6090-4ECF-A5E1-F184CA4224DA}" dt="2025-11-12T09:19:25.978" v="3572" actId="20577"/>
          <ac:spMkLst>
            <pc:docMk/>
            <pc:sldMk cId="1073833023" sldId="320"/>
            <ac:spMk id="3" creationId="{0A372862-DD0B-F3BA-3996-42CDE83105BD}"/>
          </ac:spMkLst>
        </pc:spChg>
        <pc:spChg chg="mod">
          <ac:chgData name="Teresa McGarry" userId="8421fe9734d2ab63" providerId="LiveId" clId="{671C1C00-6090-4ECF-A5E1-F184CA4224DA}" dt="2025-11-12T15:05:38.448" v="5740"/>
          <ac:spMkLst>
            <pc:docMk/>
            <pc:sldMk cId="1073833023" sldId="320"/>
            <ac:spMk id="4" creationId="{DD969254-A030-30A8-C273-6D61E5E88486}"/>
          </ac:spMkLst>
        </pc:spChg>
        <pc:spChg chg="add del">
          <ac:chgData name="Teresa McGarry" userId="8421fe9734d2ab63" providerId="LiveId" clId="{671C1C00-6090-4ECF-A5E1-F184CA4224DA}" dt="2025-11-12T09:07:19.797" v="3220" actId="478"/>
          <ac:spMkLst>
            <pc:docMk/>
            <pc:sldMk cId="1073833023" sldId="320"/>
            <ac:spMk id="7" creationId="{188D757D-CA6B-E65C-AD7F-B028148B9803}"/>
          </ac:spMkLst>
        </pc:spChg>
        <pc:spChg chg="add del">
          <ac:chgData name="Teresa McGarry" userId="8421fe9734d2ab63" providerId="LiveId" clId="{671C1C00-6090-4ECF-A5E1-F184CA4224DA}" dt="2025-11-12T09:09:37.663" v="3244" actId="478"/>
          <ac:spMkLst>
            <pc:docMk/>
            <pc:sldMk cId="1073833023" sldId="320"/>
            <ac:spMk id="14" creationId="{852ADFEB-6BD4-7940-B662-A0C9A84FD9A2}"/>
          </ac:spMkLst>
        </pc:spChg>
        <pc:graphicFrameChg chg="add mod modGraphic">
          <ac:chgData name="Teresa McGarry" userId="8421fe9734d2ab63" providerId="LiveId" clId="{671C1C00-6090-4ECF-A5E1-F184CA4224DA}" dt="2025-11-12T09:19:55.805" v="3578" actId="1076"/>
          <ac:graphicFrameMkLst>
            <pc:docMk/>
            <pc:sldMk cId="1073833023" sldId="320"/>
            <ac:graphicFrameMk id="12" creationId="{6A2E0550-65B4-7C4F-FF47-C0A1CFA5F5D9}"/>
          </ac:graphicFrameMkLst>
        </pc:graphicFrameChg>
        <pc:picChg chg="add del mod">
          <ac:chgData name="Teresa McGarry" userId="8421fe9734d2ab63" providerId="LiveId" clId="{671C1C00-6090-4ECF-A5E1-F184CA4224DA}" dt="2025-11-12T09:08:25.357" v="3224" actId="478"/>
          <ac:picMkLst>
            <pc:docMk/>
            <pc:sldMk cId="1073833023" sldId="320"/>
            <ac:picMk id="9" creationId="{BFD23BBA-2807-3CA9-A313-BB7209227F99}"/>
          </ac:picMkLst>
        </pc:picChg>
        <pc:picChg chg="add mod">
          <ac:chgData name="Teresa McGarry" userId="8421fe9734d2ab63" providerId="LiveId" clId="{671C1C00-6090-4ECF-A5E1-F184CA4224DA}" dt="2025-11-12T09:08:34.574" v="3228" actId="962"/>
          <ac:picMkLst>
            <pc:docMk/>
            <pc:sldMk cId="1073833023" sldId="320"/>
            <ac:picMk id="11" creationId="{6C876579-611B-CA88-5374-B447B91A5AC9}"/>
          </ac:picMkLst>
        </pc:picChg>
      </pc:sldChg>
      <pc:sldChg chg="addSp modSp new mod">
        <pc:chgData name="Teresa McGarry" userId="8421fe9734d2ab63" providerId="LiveId" clId="{671C1C00-6090-4ECF-A5E1-F184CA4224DA}" dt="2025-11-12T15:04:33.378" v="5730"/>
        <pc:sldMkLst>
          <pc:docMk/>
          <pc:sldMk cId="1710091449" sldId="321"/>
        </pc:sldMkLst>
        <pc:spChg chg="mod">
          <ac:chgData name="Teresa McGarry" userId="8421fe9734d2ab63" providerId="LiveId" clId="{671C1C00-6090-4ECF-A5E1-F184CA4224DA}" dt="2025-11-12T15:04:33.378" v="5730"/>
          <ac:spMkLst>
            <pc:docMk/>
            <pc:sldMk cId="1710091449" sldId="321"/>
            <ac:spMk id="4" creationId="{4209C013-0FC3-1D9F-ACBF-1A9D6B9F6633}"/>
          </ac:spMkLst>
        </pc:spChg>
        <pc:spChg chg="add mod">
          <ac:chgData name="Teresa McGarry" userId="8421fe9734d2ab63" providerId="LiveId" clId="{671C1C00-6090-4ECF-A5E1-F184CA4224DA}" dt="2025-11-11T09:28:58.961" v="2987" actId="14100"/>
          <ac:spMkLst>
            <pc:docMk/>
            <pc:sldMk cId="1710091449" sldId="321"/>
            <ac:spMk id="7" creationId="{D884425A-80F1-60E6-9283-1707DEBB9733}"/>
          </ac:spMkLst>
        </pc:spChg>
      </pc:sldChg>
      <pc:sldChg chg="addSp delSp modSp new mod modClrScheme chgLayout">
        <pc:chgData name="Teresa McGarry" userId="8421fe9734d2ab63" providerId="LiveId" clId="{671C1C00-6090-4ECF-A5E1-F184CA4224DA}" dt="2025-11-11T15:36:11.550" v="3056" actId="20577"/>
        <pc:sldMkLst>
          <pc:docMk/>
          <pc:sldMk cId="4237494726" sldId="322"/>
        </pc:sldMkLst>
        <pc:spChg chg="add del">
          <ac:chgData name="Teresa McGarry" userId="8421fe9734d2ab63" providerId="LiveId" clId="{671C1C00-6090-4ECF-A5E1-F184CA4224DA}" dt="2025-11-11T15:35:45.609" v="3045" actId="26606"/>
          <ac:spMkLst>
            <pc:docMk/>
            <pc:sldMk cId="4237494726" sldId="322"/>
            <ac:spMk id="2" creationId="{FA539679-5884-ABA2-A795-EC0A72E65C9D}"/>
          </ac:spMkLst>
        </pc:spChg>
        <pc:spChg chg="mod ord modVis">
          <ac:chgData name="Teresa McGarry" userId="8421fe9734d2ab63" providerId="LiveId" clId="{671C1C00-6090-4ECF-A5E1-F184CA4224DA}" dt="2025-11-11T15:36:11.550" v="3056" actId="20577"/>
          <ac:spMkLst>
            <pc:docMk/>
            <pc:sldMk cId="4237494726" sldId="322"/>
            <ac:spMk id="3" creationId="{DEA21796-835A-B008-E0D8-1D5FBC141C6E}"/>
          </ac:spMkLst>
        </pc:spChg>
        <pc:spChg chg="del mod ord">
          <ac:chgData name="Teresa McGarry" userId="8421fe9734d2ab63" providerId="LiveId" clId="{671C1C00-6090-4ECF-A5E1-F184CA4224DA}" dt="2025-11-11T15:35:51.915" v="3046" actId="478"/>
          <ac:spMkLst>
            <pc:docMk/>
            <pc:sldMk cId="4237494726" sldId="322"/>
            <ac:spMk id="4" creationId="{8CF24AC8-84BE-5EFD-8FEF-5F18869131DE}"/>
          </ac:spMkLst>
        </pc:spChg>
        <pc:spChg chg="mod ord">
          <ac:chgData name="Teresa McGarry" userId="8421fe9734d2ab63" providerId="LiveId" clId="{671C1C00-6090-4ECF-A5E1-F184CA4224DA}" dt="2025-11-11T15:35:45.609" v="3045" actId="26606"/>
          <ac:spMkLst>
            <pc:docMk/>
            <pc:sldMk cId="4237494726" sldId="322"/>
            <ac:spMk id="5" creationId="{1CC86607-3D7E-E86F-49B3-78D33616DCFC}"/>
          </ac:spMkLst>
        </pc:spChg>
        <pc:spChg chg="add mod ord">
          <ac:chgData name="Teresa McGarry" userId="8421fe9734d2ab63" providerId="LiveId" clId="{671C1C00-6090-4ECF-A5E1-F184CA4224DA}" dt="2025-11-11T15:35:45.609" v="3045" actId="26606"/>
          <ac:spMkLst>
            <pc:docMk/>
            <pc:sldMk cId="4237494726" sldId="322"/>
            <ac:spMk id="7" creationId="{9907F437-B732-C80E-3A7D-E2456463C5EC}"/>
          </ac:spMkLst>
        </pc:spChg>
        <pc:picChg chg="add mod ord">
          <ac:chgData name="Teresa McGarry" userId="8421fe9734d2ab63" providerId="LiveId" clId="{671C1C00-6090-4ECF-A5E1-F184CA4224DA}" dt="2025-11-11T15:35:45.609" v="3045" actId="26606"/>
          <ac:picMkLst>
            <pc:docMk/>
            <pc:sldMk cId="4237494726" sldId="322"/>
            <ac:picMk id="9" creationId="{C39DA409-AEEF-2DAB-2BD0-B62DC4920648}"/>
          </ac:picMkLst>
        </pc:picChg>
      </pc:sldChg>
      <pc:sldChg chg="addSp modSp new mod">
        <pc:chgData name="Teresa McGarry" userId="8421fe9734d2ab63" providerId="LiveId" clId="{671C1C00-6090-4ECF-A5E1-F184CA4224DA}" dt="2025-11-12T15:04:57.691" v="5735"/>
        <pc:sldMkLst>
          <pc:docMk/>
          <pc:sldMk cId="2804668315" sldId="323"/>
        </pc:sldMkLst>
        <pc:spChg chg="mod">
          <ac:chgData name="Teresa McGarry" userId="8421fe9734d2ab63" providerId="LiveId" clId="{671C1C00-6090-4ECF-A5E1-F184CA4224DA}" dt="2025-11-11T16:12:49.978" v="3065" actId="20577"/>
          <ac:spMkLst>
            <pc:docMk/>
            <pc:sldMk cId="2804668315" sldId="323"/>
            <ac:spMk id="2" creationId="{235BB686-2F7E-86EB-62D1-C836C2A695A0}"/>
          </ac:spMkLst>
        </pc:spChg>
        <pc:spChg chg="mod">
          <ac:chgData name="Teresa McGarry" userId="8421fe9734d2ab63" providerId="LiveId" clId="{671C1C00-6090-4ECF-A5E1-F184CA4224DA}" dt="2025-11-12T15:04:57.691" v="5735"/>
          <ac:spMkLst>
            <pc:docMk/>
            <pc:sldMk cId="2804668315" sldId="323"/>
            <ac:spMk id="4" creationId="{E2ACE6CF-55BA-5CA5-D0C9-4DC5C541EAE4}"/>
          </ac:spMkLst>
        </pc:spChg>
        <pc:graphicFrameChg chg="add mod modGraphic">
          <ac:chgData name="Teresa McGarry" userId="8421fe9734d2ab63" providerId="LiveId" clId="{671C1C00-6090-4ECF-A5E1-F184CA4224DA}" dt="2025-11-11T16:13:59.874" v="3218" actId="14100"/>
          <ac:graphicFrameMkLst>
            <pc:docMk/>
            <pc:sldMk cId="2804668315" sldId="323"/>
            <ac:graphicFrameMk id="6" creationId="{7538CC17-8161-FD99-DF7A-B2861BBB3CAC}"/>
          </ac:graphicFrameMkLst>
        </pc:graphicFrameChg>
      </pc:sldChg>
      <pc:sldChg chg="addSp delSp modSp add mod">
        <pc:chgData name="Teresa McGarry" userId="8421fe9734d2ab63" providerId="LiveId" clId="{671C1C00-6090-4ECF-A5E1-F184CA4224DA}" dt="2025-11-12T15:05:28.393" v="5738"/>
        <pc:sldMkLst>
          <pc:docMk/>
          <pc:sldMk cId="2834435334" sldId="324"/>
        </pc:sldMkLst>
        <pc:spChg chg="mod">
          <ac:chgData name="Teresa McGarry" userId="8421fe9734d2ab63" providerId="LiveId" clId="{671C1C00-6090-4ECF-A5E1-F184CA4224DA}" dt="2025-11-12T09:34:15.069" v="3752" actId="20577"/>
          <ac:spMkLst>
            <pc:docMk/>
            <pc:sldMk cId="2834435334" sldId="324"/>
            <ac:spMk id="2" creationId="{1DCE1C56-F4E1-28C8-C280-478C548BCDE7}"/>
          </ac:spMkLst>
        </pc:spChg>
        <pc:spChg chg="mod">
          <ac:chgData name="Teresa McGarry" userId="8421fe9734d2ab63" providerId="LiveId" clId="{671C1C00-6090-4ECF-A5E1-F184CA4224DA}" dt="2025-11-12T15:05:28.393" v="5738"/>
          <ac:spMkLst>
            <pc:docMk/>
            <pc:sldMk cId="2834435334" sldId="324"/>
            <ac:spMk id="4" creationId="{CE14B42A-8C61-E468-3161-73DE4A5F7426}"/>
          </ac:spMkLst>
        </pc:spChg>
        <pc:graphicFrameChg chg="mod modGraphic">
          <ac:chgData name="Teresa McGarry" userId="8421fe9734d2ab63" providerId="LiveId" clId="{671C1C00-6090-4ECF-A5E1-F184CA4224DA}" dt="2025-11-12T09:34:03.407" v="3741" actId="113"/>
          <ac:graphicFrameMkLst>
            <pc:docMk/>
            <pc:sldMk cId="2834435334" sldId="324"/>
            <ac:graphicFrameMk id="12" creationId="{AFC3187F-660F-E2D5-4F04-4B32E7EA776A}"/>
          </ac:graphicFrameMkLst>
        </pc:graphicFrameChg>
        <pc:picChg chg="add del mod">
          <ac:chgData name="Teresa McGarry" userId="8421fe9734d2ab63" providerId="LiveId" clId="{671C1C00-6090-4ECF-A5E1-F184CA4224DA}" dt="2025-11-12T09:24:47.317" v="3622" actId="478"/>
          <ac:picMkLst>
            <pc:docMk/>
            <pc:sldMk cId="2834435334" sldId="324"/>
            <ac:picMk id="7" creationId="{903D9D47-6C2C-51AD-3CFE-255F62DC465D}"/>
          </ac:picMkLst>
        </pc:picChg>
        <pc:picChg chg="add mod">
          <ac:chgData name="Teresa McGarry" userId="8421fe9734d2ab63" providerId="LiveId" clId="{671C1C00-6090-4ECF-A5E1-F184CA4224DA}" dt="2025-11-12T09:25:40.422" v="3626" actId="1076"/>
          <ac:picMkLst>
            <pc:docMk/>
            <pc:sldMk cId="2834435334" sldId="324"/>
            <ac:picMk id="9" creationId="{680D4998-C869-F7CA-05E4-0CCE030E040B}"/>
          </ac:picMkLst>
        </pc:picChg>
        <pc:picChg chg="del">
          <ac:chgData name="Teresa McGarry" userId="8421fe9734d2ab63" providerId="LiveId" clId="{671C1C00-6090-4ECF-A5E1-F184CA4224DA}" dt="2025-11-12T09:22:06.714" v="3606" actId="478"/>
          <ac:picMkLst>
            <pc:docMk/>
            <pc:sldMk cId="2834435334" sldId="324"/>
            <ac:picMk id="11" creationId="{F2A3CBFC-BD10-58BC-5A3B-F8885D9ABACC}"/>
          </ac:picMkLst>
        </pc:picChg>
      </pc:sldChg>
      <pc:sldChg chg="addSp delSp modSp add mod">
        <pc:chgData name="Teresa McGarry" userId="8421fe9734d2ab63" providerId="LiveId" clId="{671C1C00-6090-4ECF-A5E1-F184CA4224DA}" dt="2025-11-12T15:05:34.186" v="5739"/>
        <pc:sldMkLst>
          <pc:docMk/>
          <pc:sldMk cId="4068518115" sldId="325"/>
        </pc:sldMkLst>
        <pc:spChg chg="mod">
          <ac:chgData name="Teresa McGarry" userId="8421fe9734d2ab63" providerId="LiveId" clId="{671C1C00-6090-4ECF-A5E1-F184CA4224DA}" dt="2025-11-12T09:31:24.059" v="3728" actId="6549"/>
          <ac:spMkLst>
            <pc:docMk/>
            <pc:sldMk cId="4068518115" sldId="325"/>
            <ac:spMk id="2" creationId="{64C000FC-63B8-C33E-0CB3-FEDDE2B9DD97}"/>
          </ac:spMkLst>
        </pc:spChg>
        <pc:spChg chg="mod">
          <ac:chgData name="Teresa McGarry" userId="8421fe9734d2ab63" providerId="LiveId" clId="{671C1C00-6090-4ECF-A5E1-F184CA4224DA}" dt="2025-11-12T15:05:34.186" v="5739"/>
          <ac:spMkLst>
            <pc:docMk/>
            <pc:sldMk cId="4068518115" sldId="325"/>
            <ac:spMk id="4" creationId="{4879066D-B3A5-85AC-2ED1-7AF816600D39}"/>
          </ac:spMkLst>
        </pc:spChg>
        <pc:graphicFrameChg chg="mod modGraphic">
          <ac:chgData name="Teresa McGarry" userId="8421fe9734d2ab63" providerId="LiveId" clId="{671C1C00-6090-4ECF-A5E1-F184CA4224DA}" dt="2025-11-12T09:29:22.408" v="3662" actId="113"/>
          <ac:graphicFrameMkLst>
            <pc:docMk/>
            <pc:sldMk cId="4068518115" sldId="325"/>
            <ac:graphicFrameMk id="12" creationId="{90E87043-E984-C172-53D0-CCC21B804A79}"/>
          </ac:graphicFrameMkLst>
        </pc:graphicFrameChg>
        <pc:picChg chg="add mod">
          <ac:chgData name="Teresa McGarry" userId="8421fe9734d2ab63" providerId="LiveId" clId="{671C1C00-6090-4ECF-A5E1-F184CA4224DA}" dt="2025-11-12T09:28:25.142" v="3655" actId="962"/>
          <ac:picMkLst>
            <pc:docMk/>
            <pc:sldMk cId="4068518115" sldId="325"/>
            <ac:picMk id="7" creationId="{606C7A13-ACA0-F0D6-7882-08BEAE5A0789}"/>
          </ac:picMkLst>
        </pc:picChg>
        <pc:picChg chg="del">
          <ac:chgData name="Teresa McGarry" userId="8421fe9734d2ab63" providerId="LiveId" clId="{671C1C00-6090-4ECF-A5E1-F184CA4224DA}" dt="2025-11-12T09:28:17.585" v="3651" actId="478"/>
          <ac:picMkLst>
            <pc:docMk/>
            <pc:sldMk cId="4068518115" sldId="325"/>
            <ac:picMk id="11" creationId="{8D09F4D0-C191-224E-BF7E-B4AF3DD8E623}"/>
          </ac:picMkLst>
        </pc:picChg>
      </pc:sldChg>
      <pc:sldChg chg="addSp delSp modSp add mod">
        <pc:chgData name="Teresa McGarry" userId="8421fe9734d2ab63" providerId="LiveId" clId="{671C1C00-6090-4ECF-A5E1-F184CA4224DA}" dt="2025-11-12T15:05:44.121" v="5741"/>
        <pc:sldMkLst>
          <pc:docMk/>
          <pc:sldMk cId="2331668909" sldId="326"/>
        </pc:sldMkLst>
        <pc:spChg chg="mod">
          <ac:chgData name="Teresa McGarry" userId="8421fe9734d2ab63" providerId="LiveId" clId="{671C1C00-6090-4ECF-A5E1-F184CA4224DA}" dt="2025-11-12T09:37:04.603" v="3959" actId="20577"/>
          <ac:spMkLst>
            <pc:docMk/>
            <pc:sldMk cId="2331668909" sldId="326"/>
            <ac:spMk id="2" creationId="{448787B8-8B5F-37BD-24D2-E95B8A313EB2}"/>
          </ac:spMkLst>
        </pc:spChg>
        <pc:spChg chg="mod">
          <ac:chgData name="Teresa McGarry" userId="8421fe9734d2ab63" providerId="LiveId" clId="{671C1C00-6090-4ECF-A5E1-F184CA4224DA}" dt="2025-11-12T15:05:44.121" v="5741"/>
          <ac:spMkLst>
            <pc:docMk/>
            <pc:sldMk cId="2331668909" sldId="326"/>
            <ac:spMk id="4" creationId="{67393C90-2B53-2462-8F08-A166FD8D1510}"/>
          </ac:spMkLst>
        </pc:spChg>
        <pc:graphicFrameChg chg="mod modGraphic">
          <ac:chgData name="Teresa McGarry" userId="8421fe9734d2ab63" providerId="LiveId" clId="{671C1C00-6090-4ECF-A5E1-F184CA4224DA}" dt="2025-11-12T09:33:44.645" v="3738" actId="1076"/>
          <ac:graphicFrameMkLst>
            <pc:docMk/>
            <pc:sldMk cId="2331668909" sldId="326"/>
            <ac:graphicFrameMk id="12" creationId="{568FEBD1-D9B9-F14B-1CF1-DEF3634F9A6B}"/>
          </ac:graphicFrameMkLst>
        </pc:graphicFrameChg>
        <pc:picChg chg="add mod">
          <ac:chgData name="Teresa McGarry" userId="8421fe9734d2ab63" providerId="LiveId" clId="{671C1C00-6090-4ECF-A5E1-F184CA4224DA}" dt="2025-11-12T09:37:12.866" v="3960" actId="1076"/>
          <ac:picMkLst>
            <pc:docMk/>
            <pc:sldMk cId="2331668909" sldId="326"/>
            <ac:picMk id="7" creationId="{EBAAA83F-7959-007C-C8C3-A3782419A3F4}"/>
          </ac:picMkLst>
        </pc:picChg>
        <pc:picChg chg="del">
          <ac:chgData name="Teresa McGarry" userId="8421fe9734d2ab63" providerId="LiveId" clId="{671C1C00-6090-4ECF-A5E1-F184CA4224DA}" dt="2025-11-12T09:32:52.450" v="3731" actId="478"/>
          <ac:picMkLst>
            <pc:docMk/>
            <pc:sldMk cId="2331668909" sldId="326"/>
            <ac:picMk id="11" creationId="{5D5007FC-362D-5322-699C-0B3AFCD5183F}"/>
          </ac:picMkLst>
        </pc:picChg>
      </pc:sldChg>
      <pc:sldChg chg="addSp delSp modSp add mod">
        <pc:chgData name="Teresa McGarry" userId="8421fe9734d2ab63" providerId="LiveId" clId="{671C1C00-6090-4ECF-A5E1-F184CA4224DA}" dt="2025-11-12T15:05:48.359" v="5742"/>
        <pc:sldMkLst>
          <pc:docMk/>
          <pc:sldMk cId="416846937" sldId="327"/>
        </pc:sldMkLst>
        <pc:spChg chg="mod">
          <ac:chgData name="Teresa McGarry" userId="8421fe9734d2ab63" providerId="LiveId" clId="{671C1C00-6090-4ECF-A5E1-F184CA4224DA}" dt="2025-11-12T12:18:13.294" v="4778" actId="20577"/>
          <ac:spMkLst>
            <pc:docMk/>
            <pc:sldMk cId="416846937" sldId="327"/>
            <ac:spMk id="2" creationId="{5F47660C-DB92-4CDB-4242-EA01591A7D32}"/>
          </ac:spMkLst>
        </pc:spChg>
        <pc:spChg chg="mod">
          <ac:chgData name="Teresa McGarry" userId="8421fe9734d2ab63" providerId="LiveId" clId="{671C1C00-6090-4ECF-A5E1-F184CA4224DA}" dt="2025-11-12T15:05:48.359" v="5742"/>
          <ac:spMkLst>
            <pc:docMk/>
            <pc:sldMk cId="416846937" sldId="327"/>
            <ac:spMk id="4" creationId="{FA34250B-95B2-0A79-3B2F-E7A0E53BF266}"/>
          </ac:spMkLst>
        </pc:spChg>
        <pc:spChg chg="add">
          <ac:chgData name="Teresa McGarry" userId="8421fe9734d2ab63" providerId="LiveId" clId="{671C1C00-6090-4ECF-A5E1-F184CA4224DA}" dt="2025-11-12T12:15:57.433" v="4506"/>
          <ac:spMkLst>
            <pc:docMk/>
            <pc:sldMk cId="416846937" sldId="327"/>
            <ac:spMk id="17" creationId="{45FBDEB7-C6CE-9FCE-157A-EB585F76D527}"/>
          </ac:spMkLst>
        </pc:spChg>
        <pc:graphicFrameChg chg="mod ord modGraphic">
          <ac:chgData name="Teresa McGarry" userId="8421fe9734d2ab63" providerId="LiveId" clId="{671C1C00-6090-4ECF-A5E1-F184CA4224DA}" dt="2025-11-12T14:54:04.548" v="5583" actId="170"/>
          <ac:graphicFrameMkLst>
            <pc:docMk/>
            <pc:sldMk cId="416846937" sldId="327"/>
            <ac:graphicFrameMk id="12" creationId="{B9532AF1-6AF3-AC2C-054F-EA32F080C592}"/>
          </ac:graphicFrameMkLst>
        </pc:graphicFrameChg>
        <pc:graphicFrameChg chg="add del mod modGraphic">
          <ac:chgData name="Teresa McGarry" userId="8421fe9734d2ab63" providerId="LiveId" clId="{671C1C00-6090-4ECF-A5E1-F184CA4224DA}" dt="2025-11-12T12:55:41.527" v="4831" actId="478"/>
          <ac:graphicFrameMkLst>
            <pc:docMk/>
            <pc:sldMk cId="416846937" sldId="327"/>
            <ac:graphicFrameMk id="16" creationId="{2A69AB0E-D703-6801-A8E1-D93E0FC8F3BE}"/>
          </ac:graphicFrameMkLst>
        </pc:graphicFrameChg>
        <pc:graphicFrameChg chg="add del mod modGraphic">
          <ac:chgData name="Teresa McGarry" userId="8421fe9734d2ab63" providerId="LiveId" clId="{671C1C00-6090-4ECF-A5E1-F184CA4224DA}" dt="2025-11-12T14:53:44.718" v="5580" actId="478"/>
          <ac:graphicFrameMkLst>
            <pc:docMk/>
            <pc:sldMk cId="416846937" sldId="327"/>
            <ac:graphicFrameMk id="18" creationId="{DCDFC6F1-010A-2C18-79C7-CABF9572D0CE}"/>
          </ac:graphicFrameMkLst>
        </pc:graphicFrameChg>
        <pc:graphicFrameChg chg="add mod">
          <ac:chgData name="Teresa McGarry" userId="8421fe9734d2ab63" providerId="LiveId" clId="{671C1C00-6090-4ECF-A5E1-F184CA4224DA}" dt="2025-11-12T14:53:51.522" v="5581" actId="1076"/>
          <ac:graphicFrameMkLst>
            <pc:docMk/>
            <pc:sldMk cId="416846937" sldId="327"/>
            <ac:graphicFrameMk id="19" creationId="{3405B22C-731C-E3A0-9933-23D908EDF496}"/>
          </ac:graphicFrameMkLst>
        </pc:graphicFrameChg>
        <pc:picChg chg="del">
          <ac:chgData name="Teresa McGarry" userId="8421fe9734d2ab63" providerId="LiveId" clId="{671C1C00-6090-4ECF-A5E1-F184CA4224DA}" dt="2025-11-12T11:36:54.186" v="4009" actId="478"/>
          <ac:picMkLst>
            <pc:docMk/>
            <pc:sldMk cId="416846937" sldId="327"/>
            <ac:picMk id="7" creationId="{0E40F833-9EB4-DD6C-F96B-E69671EB3F18}"/>
          </ac:picMkLst>
        </pc:picChg>
        <pc:picChg chg="add del mod">
          <ac:chgData name="Teresa McGarry" userId="8421fe9734d2ab63" providerId="LiveId" clId="{671C1C00-6090-4ECF-A5E1-F184CA4224DA}" dt="2025-11-12T11:43:07.824" v="4058" actId="478"/>
          <ac:picMkLst>
            <pc:docMk/>
            <pc:sldMk cId="416846937" sldId="327"/>
            <ac:picMk id="8" creationId="{8D6C7757-21F2-77B3-891A-C15190BF7D65}"/>
          </ac:picMkLst>
        </pc:picChg>
        <pc:picChg chg="add mod">
          <ac:chgData name="Teresa McGarry" userId="8421fe9734d2ab63" providerId="LiveId" clId="{671C1C00-6090-4ECF-A5E1-F184CA4224DA}" dt="2025-11-12T11:43:25.452" v="4066" actId="14100"/>
          <ac:picMkLst>
            <pc:docMk/>
            <pc:sldMk cId="416846937" sldId="327"/>
            <ac:picMk id="10" creationId="{A65400C5-8049-1F5B-9967-9B3E1D2041F4}"/>
          </ac:picMkLst>
        </pc:picChg>
        <pc:cxnChg chg="add del mod">
          <ac:chgData name="Teresa McGarry" userId="8421fe9734d2ab63" providerId="LiveId" clId="{671C1C00-6090-4ECF-A5E1-F184CA4224DA}" dt="2025-11-12T11:48:54.391" v="4195" actId="478"/>
          <ac:cxnSpMkLst>
            <pc:docMk/>
            <pc:sldMk cId="416846937" sldId="327"/>
            <ac:cxnSpMk id="13" creationId="{6EFF6698-C8DD-5A99-4701-353B36A83F83}"/>
          </ac:cxnSpMkLst>
        </pc:cxnChg>
        <pc:cxnChg chg="add del mod">
          <ac:chgData name="Teresa McGarry" userId="8421fe9734d2ab63" providerId="LiveId" clId="{671C1C00-6090-4ECF-A5E1-F184CA4224DA}" dt="2025-11-12T11:48:57.759" v="4196" actId="478"/>
          <ac:cxnSpMkLst>
            <pc:docMk/>
            <pc:sldMk cId="416846937" sldId="327"/>
            <ac:cxnSpMk id="15" creationId="{2E9C8C02-E4EE-35E6-7E1B-1435CF1BE31B}"/>
          </ac:cxnSpMkLst>
        </pc:cxnChg>
      </pc:sldChg>
      <pc:sldChg chg="addSp delSp modSp add mod">
        <pc:chgData name="Teresa McGarry" userId="8421fe9734d2ab63" providerId="LiveId" clId="{671C1C00-6090-4ECF-A5E1-F184CA4224DA}" dt="2025-11-12T15:05:51.675" v="5743"/>
        <pc:sldMkLst>
          <pc:docMk/>
          <pc:sldMk cId="2883964199" sldId="328"/>
        </pc:sldMkLst>
        <pc:spChg chg="mod">
          <ac:chgData name="Teresa McGarry" userId="8421fe9734d2ab63" providerId="LiveId" clId="{671C1C00-6090-4ECF-A5E1-F184CA4224DA}" dt="2025-11-12T12:59:54.256" v="4939" actId="255"/>
          <ac:spMkLst>
            <pc:docMk/>
            <pc:sldMk cId="2883964199" sldId="328"/>
            <ac:spMk id="2" creationId="{31C83449-D60D-E2C2-A126-026B9CA7B4E1}"/>
          </ac:spMkLst>
        </pc:spChg>
        <pc:spChg chg="mod">
          <ac:chgData name="Teresa McGarry" userId="8421fe9734d2ab63" providerId="LiveId" clId="{671C1C00-6090-4ECF-A5E1-F184CA4224DA}" dt="2025-11-12T15:05:51.675" v="5743"/>
          <ac:spMkLst>
            <pc:docMk/>
            <pc:sldMk cId="2883964199" sldId="328"/>
            <ac:spMk id="4" creationId="{FE22EEBB-183C-0018-02D4-871E440F3262}"/>
          </ac:spMkLst>
        </pc:spChg>
        <pc:graphicFrameChg chg="add mod">
          <ac:chgData name="Teresa McGarry" userId="8421fe9734d2ab63" providerId="LiveId" clId="{671C1C00-6090-4ECF-A5E1-F184CA4224DA}" dt="2025-11-12T14:54:18.635" v="5587" actId="1076"/>
          <ac:graphicFrameMkLst>
            <pc:docMk/>
            <pc:sldMk cId="2883964199" sldId="328"/>
            <ac:graphicFrameMk id="11" creationId="{036F54F4-4FD6-67B7-800D-41A47874DF9A}"/>
          </ac:graphicFrameMkLst>
        </pc:graphicFrameChg>
        <pc:graphicFrameChg chg="mod ord modGraphic">
          <ac:chgData name="Teresa McGarry" userId="8421fe9734d2ab63" providerId="LiveId" clId="{671C1C00-6090-4ECF-A5E1-F184CA4224DA}" dt="2025-11-12T14:54:24.160" v="5589" actId="170"/>
          <ac:graphicFrameMkLst>
            <pc:docMk/>
            <pc:sldMk cId="2883964199" sldId="328"/>
            <ac:graphicFrameMk id="12" creationId="{2425F7F2-C3F8-9ED3-4452-DD0B1CF20857}"/>
          </ac:graphicFrameMkLst>
        </pc:graphicFrameChg>
        <pc:graphicFrameChg chg="del modGraphic">
          <ac:chgData name="Teresa McGarry" userId="8421fe9734d2ab63" providerId="LiveId" clId="{671C1C00-6090-4ECF-A5E1-F184CA4224DA}" dt="2025-11-12T14:54:12.652" v="5585" actId="478"/>
          <ac:graphicFrameMkLst>
            <pc:docMk/>
            <pc:sldMk cId="2883964199" sldId="328"/>
            <ac:graphicFrameMk id="16" creationId="{701DA57B-360D-FF7E-EF2C-A03901D4D85A}"/>
          </ac:graphicFrameMkLst>
        </pc:graphicFrameChg>
        <pc:picChg chg="add del mod">
          <ac:chgData name="Teresa McGarry" userId="8421fe9734d2ab63" providerId="LiveId" clId="{671C1C00-6090-4ECF-A5E1-F184CA4224DA}" dt="2025-11-12T12:59:16.476" v="4932" actId="478"/>
          <ac:picMkLst>
            <pc:docMk/>
            <pc:sldMk cId="2883964199" sldId="328"/>
            <ac:picMk id="7" creationId="{8E96A56D-75B2-974F-A032-24F4A23C623D}"/>
          </ac:picMkLst>
        </pc:picChg>
        <pc:picChg chg="add mod">
          <ac:chgData name="Teresa McGarry" userId="8421fe9734d2ab63" providerId="LiveId" clId="{671C1C00-6090-4ECF-A5E1-F184CA4224DA}" dt="2025-11-12T12:59:28.403" v="4937" actId="1076"/>
          <ac:picMkLst>
            <pc:docMk/>
            <pc:sldMk cId="2883964199" sldId="328"/>
            <ac:picMk id="9" creationId="{0B36FE88-BC0A-0D77-A7D9-F387B862F940}"/>
          </ac:picMkLst>
        </pc:picChg>
        <pc:picChg chg="del">
          <ac:chgData name="Teresa McGarry" userId="8421fe9734d2ab63" providerId="LiveId" clId="{671C1C00-6090-4ECF-A5E1-F184CA4224DA}" dt="2025-11-12T12:48:08.650" v="4784" actId="478"/>
          <ac:picMkLst>
            <pc:docMk/>
            <pc:sldMk cId="2883964199" sldId="328"/>
            <ac:picMk id="10" creationId="{4A5496FB-E4AB-4A74-8801-D91DE52DDD83}"/>
          </ac:picMkLst>
        </pc:picChg>
      </pc:sldChg>
      <pc:sldChg chg="addSp delSp modSp new mod">
        <pc:chgData name="Teresa McGarry" userId="8421fe9734d2ab63" providerId="LiveId" clId="{671C1C00-6090-4ECF-A5E1-F184CA4224DA}" dt="2025-11-12T15:04:38.537" v="5731"/>
        <pc:sldMkLst>
          <pc:docMk/>
          <pc:sldMk cId="1970651703" sldId="329"/>
        </pc:sldMkLst>
        <pc:spChg chg="mod">
          <ac:chgData name="Teresa McGarry" userId="8421fe9734d2ab63" providerId="LiveId" clId="{671C1C00-6090-4ECF-A5E1-F184CA4224DA}" dt="2025-11-12T14:57:06.355" v="5687" actId="20577"/>
          <ac:spMkLst>
            <pc:docMk/>
            <pc:sldMk cId="1970651703" sldId="329"/>
            <ac:spMk id="2" creationId="{DDD4C3CB-EF59-9C59-A52F-091F132E106F}"/>
          </ac:spMkLst>
        </pc:spChg>
        <pc:spChg chg="mod">
          <ac:chgData name="Teresa McGarry" userId="8421fe9734d2ab63" providerId="LiveId" clId="{671C1C00-6090-4ECF-A5E1-F184CA4224DA}" dt="2025-11-12T14:58:40.683" v="5700" actId="20577"/>
          <ac:spMkLst>
            <pc:docMk/>
            <pc:sldMk cId="1970651703" sldId="329"/>
            <ac:spMk id="3" creationId="{90AF432D-B8C3-2515-174F-6B049BE2D408}"/>
          </ac:spMkLst>
        </pc:spChg>
        <pc:spChg chg="mod">
          <ac:chgData name="Teresa McGarry" userId="8421fe9734d2ab63" providerId="LiveId" clId="{671C1C00-6090-4ECF-A5E1-F184CA4224DA}" dt="2025-11-12T15:04:38.537" v="5731"/>
          <ac:spMkLst>
            <pc:docMk/>
            <pc:sldMk cId="1970651703" sldId="329"/>
            <ac:spMk id="4" creationId="{5805A370-C3DD-E6C3-852D-84FD573B30AC}"/>
          </ac:spMkLst>
        </pc:spChg>
        <pc:spChg chg="add del mod">
          <ac:chgData name="Teresa McGarry" userId="8421fe9734d2ab63" providerId="LiveId" clId="{671C1C00-6090-4ECF-A5E1-F184CA4224DA}" dt="2025-11-12T14:39:06.976" v="4964"/>
          <ac:spMkLst>
            <pc:docMk/>
            <pc:sldMk cId="1970651703" sldId="329"/>
            <ac:spMk id="6" creationId="{71C641BB-7959-5F8F-1827-52A6D1489A52}"/>
          </ac:spMkLst>
        </pc:spChg>
        <pc:spChg chg="add del mod">
          <ac:chgData name="Teresa McGarry" userId="8421fe9734d2ab63" providerId="LiveId" clId="{671C1C00-6090-4ECF-A5E1-F184CA4224DA}" dt="2025-11-12T14:39:06.952" v="4962" actId="478"/>
          <ac:spMkLst>
            <pc:docMk/>
            <pc:sldMk cId="1970651703" sldId="329"/>
            <ac:spMk id="7" creationId="{2A41FF6F-2D1A-228E-519C-7E706CE6D604}"/>
          </ac:spMkLst>
        </pc:spChg>
        <pc:spChg chg="add del mod">
          <ac:chgData name="Teresa McGarry" userId="8421fe9734d2ab63" providerId="LiveId" clId="{671C1C00-6090-4ECF-A5E1-F184CA4224DA}" dt="2025-11-12T14:39:06.984" v="4966"/>
          <ac:spMkLst>
            <pc:docMk/>
            <pc:sldMk cId="1970651703" sldId="329"/>
            <ac:spMk id="8" creationId="{1FC80F8B-3DD9-391A-DBA0-F9E75DAD60BA}"/>
          </ac:spMkLst>
        </pc:spChg>
        <pc:spChg chg="add del mod">
          <ac:chgData name="Teresa McGarry" userId="8421fe9734d2ab63" providerId="LiveId" clId="{671C1C00-6090-4ECF-A5E1-F184CA4224DA}" dt="2025-11-12T14:39:11.884" v="4968" actId="478"/>
          <ac:spMkLst>
            <pc:docMk/>
            <pc:sldMk cId="1970651703" sldId="329"/>
            <ac:spMk id="9" creationId="{E8D80AF1-8ACE-BD17-E3D5-3DF1E83AE460}"/>
          </ac:spMkLst>
        </pc:spChg>
        <pc:spChg chg="add del mod">
          <ac:chgData name="Teresa McGarry" userId="8421fe9734d2ab63" providerId="LiveId" clId="{671C1C00-6090-4ECF-A5E1-F184CA4224DA}" dt="2025-11-12T14:39:46.221" v="4978" actId="478"/>
          <ac:spMkLst>
            <pc:docMk/>
            <pc:sldMk cId="1970651703" sldId="329"/>
            <ac:spMk id="10" creationId="{F14F07BC-0E1E-B735-602C-B2701E9CAA71}"/>
          </ac:spMkLst>
        </pc:spChg>
        <pc:spChg chg="add del mod">
          <ac:chgData name="Teresa McGarry" userId="8421fe9734d2ab63" providerId="LiveId" clId="{671C1C00-6090-4ECF-A5E1-F184CA4224DA}" dt="2025-11-12T14:39:39.823" v="4977" actId="478"/>
          <ac:spMkLst>
            <pc:docMk/>
            <pc:sldMk cId="1970651703" sldId="329"/>
            <ac:spMk id="11" creationId="{FADAF729-41FA-B84A-05E4-C09F3C67AD82}"/>
          </ac:spMkLst>
        </pc:spChg>
        <pc:spChg chg="add del mod">
          <ac:chgData name="Teresa McGarry" userId="8421fe9734d2ab63" providerId="LiveId" clId="{671C1C00-6090-4ECF-A5E1-F184CA4224DA}" dt="2025-11-12T14:40:02.969" v="4981" actId="478"/>
          <ac:spMkLst>
            <pc:docMk/>
            <pc:sldMk cId="1970651703" sldId="329"/>
            <ac:spMk id="12" creationId="{F7CB47D8-3348-7A93-7653-47CA532FFF1D}"/>
          </ac:spMkLst>
        </pc:spChg>
        <pc:spChg chg="add mod">
          <ac:chgData name="Teresa McGarry" userId="8421fe9734d2ab63" providerId="LiveId" clId="{671C1C00-6090-4ECF-A5E1-F184CA4224DA}" dt="2025-11-12T14:40:11.134" v="4984" actId="21"/>
          <ac:spMkLst>
            <pc:docMk/>
            <pc:sldMk cId="1970651703" sldId="329"/>
            <ac:spMk id="13" creationId="{FEC76528-D0DB-A2AE-D3DA-9B2D4C329E4F}"/>
          </ac:spMkLst>
        </pc:spChg>
        <pc:spChg chg="add del mod">
          <ac:chgData name="Teresa McGarry" userId="8421fe9734d2ab63" providerId="LiveId" clId="{671C1C00-6090-4ECF-A5E1-F184CA4224DA}" dt="2025-11-12T15:03:46.464" v="5721" actId="478"/>
          <ac:spMkLst>
            <pc:docMk/>
            <pc:sldMk cId="1970651703" sldId="329"/>
            <ac:spMk id="14" creationId="{DAFA2EDE-4F3C-83B4-FF14-AE5DAF700693}"/>
          </ac:spMkLst>
        </pc:spChg>
        <pc:spChg chg="add del mod">
          <ac:chgData name="Teresa McGarry" userId="8421fe9734d2ab63" providerId="LiveId" clId="{671C1C00-6090-4ECF-A5E1-F184CA4224DA}" dt="2025-11-12T14:43:40.701" v="5230" actId="478"/>
          <ac:spMkLst>
            <pc:docMk/>
            <pc:sldMk cId="1970651703" sldId="329"/>
            <ac:spMk id="15" creationId="{548AAA41-67C5-6F84-9E2D-32F2E91C03AA}"/>
          </ac:spMkLst>
        </pc:spChg>
        <pc:spChg chg="add del mod">
          <ac:chgData name="Teresa McGarry" userId="8421fe9734d2ab63" providerId="LiveId" clId="{671C1C00-6090-4ECF-A5E1-F184CA4224DA}" dt="2025-11-12T14:43:33.672" v="5228" actId="478"/>
          <ac:spMkLst>
            <pc:docMk/>
            <pc:sldMk cId="1970651703" sldId="329"/>
            <ac:spMk id="16" creationId="{B977DE92-BE5C-9253-20CD-6EB54F140718}"/>
          </ac:spMkLst>
        </pc:spChg>
        <pc:spChg chg="add">
          <ac:chgData name="Teresa McGarry" userId="8421fe9734d2ab63" providerId="LiveId" clId="{671C1C00-6090-4ECF-A5E1-F184CA4224DA}" dt="2025-11-12T14:43:50.925" v="5232"/>
          <ac:spMkLst>
            <pc:docMk/>
            <pc:sldMk cId="1970651703" sldId="329"/>
            <ac:spMk id="17" creationId="{D39FF028-2F5B-D1FC-A104-48E25E9D9D1F}"/>
          </ac:spMkLst>
        </pc:spChg>
        <pc:spChg chg="add del mod">
          <ac:chgData name="Teresa McGarry" userId="8421fe9734d2ab63" providerId="LiveId" clId="{671C1C00-6090-4ECF-A5E1-F184CA4224DA}" dt="2025-11-12T14:58:34.887" v="5690" actId="478"/>
          <ac:spMkLst>
            <pc:docMk/>
            <pc:sldMk cId="1970651703" sldId="329"/>
            <ac:spMk id="19" creationId="{E831B5E4-9981-C62C-FE64-5114492E9508}"/>
          </ac:spMkLst>
        </pc:spChg>
        <pc:graphicFrameChg chg="add del mod modGraphic">
          <ac:chgData name="Teresa McGarry" userId="8421fe9734d2ab63" providerId="LiveId" clId="{671C1C00-6090-4ECF-A5E1-F184CA4224DA}" dt="2025-11-12T14:58:32.791" v="5689" actId="478"/>
          <ac:graphicFrameMkLst>
            <pc:docMk/>
            <pc:sldMk cId="1970651703" sldId="329"/>
            <ac:graphicFrameMk id="18" creationId="{062D6763-4DB2-DE4A-55B6-BC7C80E35D21}"/>
          </ac:graphicFrameMkLst>
        </pc:graphicFrameChg>
        <pc:picChg chg="add mod">
          <ac:chgData name="Teresa McGarry" userId="8421fe9734d2ab63" providerId="LiveId" clId="{671C1C00-6090-4ECF-A5E1-F184CA4224DA}" dt="2025-11-12T15:04:04.852" v="5726" actId="1076"/>
          <ac:picMkLst>
            <pc:docMk/>
            <pc:sldMk cId="1970651703" sldId="329"/>
            <ac:picMk id="21" creationId="{F850D74C-A606-E607-F75E-EEB437499419}"/>
          </ac:picMkLst>
        </pc:picChg>
      </pc:sldChg>
      <pc:sldChg chg="modSp new del mod">
        <pc:chgData name="Teresa McGarry" userId="8421fe9734d2ab63" providerId="LiveId" clId="{671C1C00-6090-4ECF-A5E1-F184CA4224DA}" dt="2025-11-12T15:04:46.998" v="5733" actId="47"/>
        <pc:sldMkLst>
          <pc:docMk/>
          <pc:sldMk cId="405753000" sldId="330"/>
        </pc:sldMkLst>
        <pc:spChg chg="mod">
          <ac:chgData name="Teresa McGarry" userId="8421fe9734d2ab63" providerId="LiveId" clId="{671C1C00-6090-4ECF-A5E1-F184CA4224DA}" dt="2025-11-12T14:47:32.868" v="5386" actId="20577"/>
          <ac:spMkLst>
            <pc:docMk/>
            <pc:sldMk cId="405753000" sldId="330"/>
            <ac:spMk id="2" creationId="{E06E79D7-3028-4125-9E19-4C2D3AD365AC}"/>
          </ac:spMkLst>
        </pc:spChg>
      </pc:sldChg>
      <pc:sldChg chg="modSp add mod">
        <pc:chgData name="Teresa McGarry" userId="8421fe9734d2ab63" providerId="LiveId" clId="{671C1C00-6090-4ECF-A5E1-F184CA4224DA}" dt="2025-11-12T15:08:55.841" v="5770" actId="113"/>
        <pc:sldMkLst>
          <pc:docMk/>
          <pc:sldMk cId="3545039195" sldId="331"/>
        </pc:sldMkLst>
        <pc:spChg chg="mod">
          <ac:chgData name="Teresa McGarry" userId="8421fe9734d2ab63" providerId="LiveId" clId="{671C1C00-6090-4ECF-A5E1-F184CA4224DA}" dt="2025-11-12T15:04:42.271" v="5732"/>
          <ac:spMkLst>
            <pc:docMk/>
            <pc:sldMk cId="3545039195" sldId="331"/>
            <ac:spMk id="4" creationId="{5A5F7AA0-7E56-D353-8358-72730B1D36C5}"/>
          </ac:spMkLst>
        </pc:spChg>
        <pc:spChg chg="mod">
          <ac:chgData name="Teresa McGarry" userId="8421fe9734d2ab63" providerId="LiveId" clId="{671C1C00-6090-4ECF-A5E1-F184CA4224DA}" dt="2025-11-12T15:08:55.841" v="5770" actId="113"/>
          <ac:spMkLst>
            <pc:docMk/>
            <pc:sldMk cId="3545039195" sldId="331"/>
            <ac:spMk id="14" creationId="{D8E86D35-8087-DFF7-51AB-3C46605DE411}"/>
          </ac:spMkLst>
        </pc:spChg>
      </pc:sldChg>
      <pc:sldMasterChg chg="modSp mod modTransition modSldLayout">
        <pc:chgData name="Teresa McGarry" userId="8421fe9734d2ab63" providerId="LiveId" clId="{671C1C00-6090-4ECF-A5E1-F184CA4224DA}" dt="2025-11-10T20:27:54.834" v="816" actId="20577"/>
        <pc:sldMasterMkLst>
          <pc:docMk/>
          <pc:sldMasterMk cId="1999713800" sldId="2147483696"/>
        </pc:sldMasterMkLst>
        <pc:spChg chg="mod">
          <ac:chgData name="Teresa McGarry" userId="8421fe9734d2ab63" providerId="LiveId" clId="{671C1C00-6090-4ECF-A5E1-F184CA4224DA}" dt="2025-11-10T20:27:54.834" v="816" actId="20577"/>
          <ac:spMkLst>
            <pc:docMk/>
            <pc:sldMasterMk cId="1999713800" sldId="2147483696"/>
            <ac:spMk id="4" creationId="{25DBC8A0-34FC-4B6E-B42B-A721267D890E}"/>
          </ac:spMkLst>
        </pc:spChg>
        <pc:sldLayoutChg chg="modTransition">
          <pc:chgData name="Teresa McGarry" userId="8421fe9734d2ab63" providerId="LiveId" clId="{671C1C00-6090-4ECF-A5E1-F184CA4224DA}" dt="2025-11-10T20:26:13.168" v="787"/>
          <pc:sldLayoutMkLst>
            <pc:docMk/>
            <pc:sldMasterMk cId="1999713800" sldId="2147483696"/>
            <pc:sldLayoutMk cId="2299780267" sldId="2147483697"/>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3321745044" sldId="2147483698"/>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1205288056" sldId="2147483700"/>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937595559" sldId="2147483701"/>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1663291002" sldId="2147483702"/>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3840867636" sldId="2147483703"/>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3836805959" sldId="2147483704"/>
          </pc:sldLayoutMkLst>
        </pc:sldLayoutChg>
        <pc:sldLayoutChg chg="modSp mod modTransition">
          <pc:chgData name="Teresa McGarry" userId="8421fe9734d2ab63" providerId="LiveId" clId="{671C1C00-6090-4ECF-A5E1-F184CA4224DA}" dt="2025-11-10T20:27:45.159" v="807" actId="20577"/>
          <pc:sldLayoutMkLst>
            <pc:docMk/>
            <pc:sldMasterMk cId="1999713800" sldId="2147483696"/>
            <pc:sldLayoutMk cId="3840775527" sldId="2147483705"/>
          </pc:sldLayoutMkLst>
          <pc:spChg chg="mod">
            <ac:chgData name="Teresa McGarry" userId="8421fe9734d2ab63" providerId="LiveId" clId="{671C1C00-6090-4ECF-A5E1-F184CA4224DA}" dt="2025-11-10T20:27:45.159" v="807" actId="20577"/>
            <ac:spMkLst>
              <pc:docMk/>
              <pc:sldMasterMk cId="1999713800" sldId="2147483696"/>
              <pc:sldLayoutMk cId="3840775527" sldId="2147483705"/>
              <ac:spMk id="5" creationId="{100C4E9A-CA29-4CCD-ACFA-B29F80FBA163}"/>
            </ac:spMkLst>
          </pc:spChg>
        </pc:sldLayoutChg>
        <pc:sldLayoutChg chg="modTransition">
          <pc:chgData name="Teresa McGarry" userId="8421fe9734d2ab63" providerId="LiveId" clId="{671C1C00-6090-4ECF-A5E1-F184CA4224DA}" dt="2025-11-10T20:26:13.168" v="787"/>
          <pc:sldLayoutMkLst>
            <pc:docMk/>
            <pc:sldMasterMk cId="1999713800" sldId="2147483696"/>
            <pc:sldLayoutMk cId="2137906023" sldId="2147483708"/>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3442482048" sldId="2147483709"/>
          </pc:sldLayoutMkLst>
        </pc:sldLayoutChg>
        <pc:sldLayoutChg chg="modSp mod modTransition">
          <pc:chgData name="Teresa McGarry" userId="8421fe9734d2ab63" providerId="LiveId" clId="{671C1C00-6090-4ECF-A5E1-F184CA4224DA}" dt="2025-11-10T20:27:23.174" v="796" actId="20577"/>
          <pc:sldLayoutMkLst>
            <pc:docMk/>
            <pc:sldMasterMk cId="1999713800" sldId="2147483696"/>
            <pc:sldLayoutMk cId="1897111348" sldId="2147483710"/>
          </pc:sldLayoutMkLst>
          <pc:spChg chg="mod">
            <ac:chgData name="Teresa McGarry" userId="8421fe9734d2ab63" providerId="LiveId" clId="{671C1C00-6090-4ECF-A5E1-F184CA4224DA}" dt="2025-11-10T20:27:23.174" v="796" actId="20577"/>
            <ac:spMkLst>
              <pc:docMk/>
              <pc:sldMasterMk cId="1999713800" sldId="2147483696"/>
              <pc:sldLayoutMk cId="1897111348" sldId="2147483710"/>
              <ac:spMk id="4" creationId="{D097BB2D-4E2C-4490-A2A3-4B68BCC5D2F9}"/>
            </ac:spMkLst>
          </pc:spChg>
        </pc:sldLayoutChg>
        <pc:sldLayoutChg chg="modTransition">
          <pc:chgData name="Teresa McGarry" userId="8421fe9734d2ab63" providerId="LiveId" clId="{671C1C00-6090-4ECF-A5E1-F184CA4224DA}" dt="2025-11-10T20:26:13.168" v="787"/>
          <pc:sldLayoutMkLst>
            <pc:docMk/>
            <pc:sldMasterMk cId="1999713800" sldId="2147483696"/>
            <pc:sldLayoutMk cId="122263523" sldId="2147483712"/>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1299048612" sldId="2147483713"/>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1257891487" sldId="2147483714"/>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301045157" sldId="2147483715"/>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2373079816" sldId="2147483716"/>
          </pc:sldLayoutMkLst>
        </pc:sldLayoutChg>
        <pc:sldLayoutChg chg="modTransition">
          <pc:chgData name="Teresa McGarry" userId="8421fe9734d2ab63" providerId="LiveId" clId="{671C1C00-6090-4ECF-A5E1-F184CA4224DA}" dt="2025-11-10T20:26:13.168" v="787"/>
          <pc:sldLayoutMkLst>
            <pc:docMk/>
            <pc:sldMasterMk cId="1999713800" sldId="2147483696"/>
            <pc:sldLayoutMk cId="2490768777" sldId="214748371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B86346-59A2-4282-9A64-05524C79D8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C161D54C-AFC8-47F5-B030-A8ED60D088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536B27D-C1ED-4C55-9062-2279210E96ED}" type="datetime1">
              <a:rPr lang="en-GB" smtClean="0"/>
              <a:t>12/11/2025</a:t>
            </a:fld>
            <a:endParaRPr lang="en-GB" dirty="0"/>
          </a:p>
        </p:txBody>
      </p:sp>
      <p:sp>
        <p:nvSpPr>
          <p:cNvPr id="4" name="Footer Placeholder 3">
            <a:extLst>
              <a:ext uri="{FF2B5EF4-FFF2-40B4-BE49-F238E27FC236}">
                <a16:creationId xmlns:a16="http://schemas.microsoft.com/office/drawing/2014/main" id="{B43D8396-DC49-433C-84C0-BD573781E57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CDA06B3-9442-49D9-BE03-080DCCEA19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5AD26-F754-4E27-9D95-B069583ABB63}" type="slidenum">
              <a:rPr lang="en-GB" smtClean="0"/>
              <a:t>‹#›</a:t>
            </a:fld>
            <a:endParaRPr lang="en-GB"/>
          </a:p>
        </p:txBody>
      </p:sp>
    </p:spTree>
    <p:extLst>
      <p:ext uri="{BB962C8B-B14F-4D97-AF65-F5344CB8AC3E}">
        <p14:creationId xmlns:p14="http://schemas.microsoft.com/office/powerpoint/2010/main" val="4122084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61EAF8-BEF3-4EDD-99CF-6435314FE1C9}" type="datetime1">
              <a:rPr lang="en-GB" smtClean="0"/>
              <a:pPr/>
              <a:t>12/11/2025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5939589-3E79-4C82-AA4A-FE78234FAA59}" type="slidenum">
              <a:rPr lang="en-GB" noProof="0" smtClean="0"/>
              <a:t>‹#›</a:t>
            </a:fld>
            <a:endParaRPr lang="en-GB" noProof="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5939589-3E79-4C82-AA4A-FE78234FAA59}" type="slidenum">
              <a:rPr lang="en-GB" smtClean="0"/>
              <a:t>1</a:t>
            </a:fld>
            <a:endParaRPr lang="en-GB"/>
          </a:p>
        </p:txBody>
      </p:sp>
    </p:spTree>
    <p:extLst>
      <p:ext uri="{BB962C8B-B14F-4D97-AF65-F5344CB8AC3E}">
        <p14:creationId xmlns:p14="http://schemas.microsoft.com/office/powerpoint/2010/main" val="686272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5939589-3E79-4C82-AA4A-FE78234FAA59}" type="slidenum">
              <a:rPr lang="en-GB" smtClean="0"/>
              <a:t>3</a:t>
            </a:fld>
            <a:endParaRPr lang="en-GB"/>
          </a:p>
        </p:txBody>
      </p:sp>
    </p:spTree>
    <p:extLst>
      <p:ext uri="{BB962C8B-B14F-4D97-AF65-F5344CB8AC3E}">
        <p14:creationId xmlns:p14="http://schemas.microsoft.com/office/powerpoint/2010/main" val="493016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5939589-3E79-4C82-AA4A-FE78234FAA59}" type="slidenum">
              <a:rPr lang="en-GB" noProof="0" smtClean="0"/>
              <a:t>8</a:t>
            </a:fld>
            <a:endParaRPr lang="en-GB" noProof="0"/>
          </a:p>
        </p:txBody>
      </p:sp>
    </p:spTree>
    <p:extLst>
      <p:ext uri="{BB962C8B-B14F-4D97-AF65-F5344CB8AC3E}">
        <p14:creationId xmlns:p14="http://schemas.microsoft.com/office/powerpoint/2010/main" val="2955595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5939589-3E79-4C82-AA4A-FE78234FAA59}" type="slidenum">
              <a:rPr lang="en-GB" noProof="0" smtClean="0"/>
              <a:t>10</a:t>
            </a:fld>
            <a:endParaRPr lang="en-GB" noProof="0"/>
          </a:p>
        </p:txBody>
      </p:sp>
    </p:spTree>
    <p:extLst>
      <p:ext uri="{BB962C8B-B14F-4D97-AF65-F5344CB8AC3E}">
        <p14:creationId xmlns:p14="http://schemas.microsoft.com/office/powerpoint/2010/main" val="2378197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D5939589-3E79-4C82-AA4A-FE78234FAA59}" type="slidenum">
              <a:rPr lang="en-GB" noProof="0" smtClean="0"/>
              <a:t>15</a:t>
            </a:fld>
            <a:endParaRPr lang="en-GB" noProof="0"/>
          </a:p>
        </p:txBody>
      </p:sp>
    </p:spTree>
    <p:extLst>
      <p:ext uri="{BB962C8B-B14F-4D97-AF65-F5344CB8AC3E}">
        <p14:creationId xmlns:p14="http://schemas.microsoft.com/office/powerpoint/2010/main" val="93726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EBDD7-F1DC-4777-B554-410096E96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AC47B-6680-DCAA-6F9B-10EC6C7018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377B4C-F644-56F7-4DF4-541BC2353A6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1D13B76-844A-9AAE-9D6A-DC6204AC60CB}"/>
              </a:ext>
            </a:extLst>
          </p:cNvPr>
          <p:cNvSpPr>
            <a:spLocks noGrp="1"/>
          </p:cNvSpPr>
          <p:nvPr>
            <p:ph type="sldNum" sz="quarter" idx="5"/>
          </p:nvPr>
        </p:nvSpPr>
        <p:spPr/>
        <p:txBody>
          <a:bodyPr/>
          <a:lstStyle/>
          <a:p>
            <a:pPr rtl="0"/>
            <a:fld id="{D5939589-3E79-4C82-AA4A-FE78234FAA59}" type="slidenum">
              <a:rPr lang="en-GB" noProof="0" smtClean="0"/>
              <a:t>16</a:t>
            </a:fld>
            <a:endParaRPr lang="en-GB" noProof="0"/>
          </a:p>
        </p:txBody>
      </p:sp>
    </p:spTree>
    <p:extLst>
      <p:ext uri="{BB962C8B-B14F-4D97-AF65-F5344CB8AC3E}">
        <p14:creationId xmlns:p14="http://schemas.microsoft.com/office/powerpoint/2010/main" val="905705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07391-33E4-BBED-AA6F-06D933A5B8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129B31-922D-50AE-6D46-D46ED242B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218652-9C92-38F4-1AFE-425B97AB093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53444F3-85D1-850E-0EAE-C94BB55DD551}"/>
              </a:ext>
            </a:extLst>
          </p:cNvPr>
          <p:cNvSpPr>
            <a:spLocks noGrp="1"/>
          </p:cNvSpPr>
          <p:nvPr>
            <p:ph type="sldNum" sz="quarter" idx="5"/>
          </p:nvPr>
        </p:nvSpPr>
        <p:spPr/>
        <p:txBody>
          <a:bodyPr/>
          <a:lstStyle/>
          <a:p>
            <a:pPr rtl="0"/>
            <a:fld id="{D5939589-3E79-4C82-AA4A-FE78234FAA59}" type="slidenum">
              <a:rPr lang="en-GB" noProof="0" smtClean="0"/>
              <a:t>17</a:t>
            </a:fld>
            <a:endParaRPr lang="en-GB" noProof="0"/>
          </a:p>
        </p:txBody>
      </p:sp>
    </p:spTree>
    <p:extLst>
      <p:ext uri="{BB962C8B-B14F-4D97-AF65-F5344CB8AC3E}">
        <p14:creationId xmlns:p14="http://schemas.microsoft.com/office/powerpoint/2010/main" val="815104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5939589-3E79-4C82-AA4A-FE78234FAA59}" type="slidenum">
              <a:rPr lang="en-GB" smtClean="0"/>
              <a:t>18</a:t>
            </a:fld>
            <a:endParaRPr lang="en-GB"/>
          </a:p>
        </p:txBody>
      </p:sp>
    </p:spTree>
    <p:extLst>
      <p:ext uri="{BB962C8B-B14F-4D97-AF65-F5344CB8AC3E}">
        <p14:creationId xmlns:p14="http://schemas.microsoft.com/office/powerpoint/2010/main" val="2994507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rtlCol="0" anchor="b"/>
          <a:lstStyle>
            <a:lvl1pPr algn="l">
              <a:defRPr sz="6000" b="1" i="0" cap="all" baseline="0"/>
            </a:lvl1pPr>
          </a:lstStyle>
          <a:p>
            <a:pPr rtl="0"/>
            <a:r>
              <a:rPr lang="en-US" noProof="0"/>
              <a:t>Click to edit Master title style</a:t>
            </a:r>
            <a:endParaRPr lang="en-GB" noProof="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rtlCol="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8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98448" y="594360"/>
            <a:ext cx="6272784" cy="2843784"/>
          </a:xfrm>
        </p:spPr>
        <p:txBody>
          <a:bodyPr rtlCol="0" anchor="b"/>
          <a:lstStyle>
            <a:lvl1pPr algn="l">
              <a:defRPr sz="5400" b="1" i="0" cap="all" baseline="0">
                <a:solidFill>
                  <a:schemeClr val="bg1"/>
                </a:solidFill>
              </a:defRPr>
            </a:lvl1pPr>
          </a:lstStyle>
          <a:p>
            <a:pPr rtl="0"/>
            <a:r>
              <a:rPr lang="en-US" noProof="0"/>
              <a:t>Click to edit Master title style</a:t>
            </a:r>
            <a:endParaRPr lang="en-GB" noProof="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5641848" y="4700016"/>
            <a:ext cx="5093208" cy="1197864"/>
          </a:xfrm>
        </p:spPr>
        <p:txBody>
          <a:bodyPr rtlCol="0">
            <a:normAutofit/>
          </a:bodyPr>
          <a:lstStyle>
            <a:lvl1pPr marL="0" indent="0" algn="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cxnSp>
        <p:nvCxnSpPr>
          <p:cNvPr id="9" name="Straight Connector 8">
            <a:extLst>
              <a:ext uri="{FF2B5EF4-FFF2-40B4-BE49-F238E27FC236}">
                <a16:creationId xmlns:a16="http://schemas.microsoft.com/office/drawing/2014/main" id="{8E825845-66DD-4B77-A729-CD97D156FE6C}"/>
              </a:ext>
            </a:extLst>
          </p:cNvPr>
          <p:cNvCxnSpPr>
            <a:cxnSpLocks/>
          </p:cNvCxnSpPr>
          <p:nvPr userDrawn="1"/>
        </p:nvCxnSpPr>
        <p:spPr>
          <a:xfrm>
            <a:off x="1301262"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GB" noProof="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pPr rtl="0"/>
            <a:endParaRPr lang="en-GB" noProof="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pPr rtl="0"/>
            <a:endParaRPr lang="en-GB" noProof="0"/>
          </a:p>
        </p:txBody>
      </p:sp>
    </p:spTree>
    <p:extLst>
      <p:ext uri="{BB962C8B-B14F-4D97-AF65-F5344CB8AC3E}">
        <p14:creationId xmlns:p14="http://schemas.microsoft.com/office/powerpoint/2010/main" val="2137906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p:nvPr>
        </p:nvSpPr>
        <p:spPr>
          <a:xfrm>
            <a:off x="1366432"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rtlCol="0" anchor="ctr">
            <a:noAutofit/>
          </a:bodyPr>
          <a:lstStyle>
            <a:lvl1pPr algn="ctr">
              <a:buNone/>
              <a:defRPr sz="1600" b="1">
                <a:solidFill>
                  <a:schemeClr val="bg1"/>
                </a:solidFill>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202936" y="585216"/>
            <a:ext cx="5833872" cy="2276856"/>
          </a:xfrm>
        </p:spPr>
        <p:txBody>
          <a:bodyPr rtlCol="0" anchor="b"/>
          <a:lstStyle>
            <a:lvl1pPr algn="r">
              <a:defRPr sz="6000" b="1" cap="all" spc="400" baseline="0">
                <a:solidFill>
                  <a:schemeClr val="bg1"/>
                </a:solidFill>
              </a:defRPr>
            </a:lvl1pPr>
          </a:lstStyle>
          <a:p>
            <a:pPr rtl="0"/>
            <a:r>
              <a:rPr lang="en-GB" noProof="0"/>
              <a:t>Title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rtlCol="0"/>
          <a:lstStyle>
            <a:lvl1pPr>
              <a:defRPr>
                <a:solidFill>
                  <a:schemeClr val="bg1"/>
                </a:solidFill>
              </a:defRPr>
            </a:lvl1pPr>
          </a:lstStyle>
          <a:p>
            <a:pPr rtl="0"/>
            <a:r>
              <a:rPr lang="en-GB" noProof="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rtlCol="0"/>
          <a:lstStyle>
            <a:lvl1pPr>
              <a:defRPr>
                <a:solidFill>
                  <a:schemeClr val="bg1"/>
                </a:solidFill>
              </a:defRPr>
            </a:lvl1pPr>
          </a:lstStyle>
          <a:p>
            <a:pPr rtl="0"/>
            <a:r>
              <a:rPr lang="en-GB" noProof="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rtlCol="0"/>
          <a:lstStyle>
            <a:lvl1pPr>
              <a:defRPr>
                <a:solidFill>
                  <a:schemeClr val="bg1"/>
                </a:solidFill>
              </a:defRPr>
            </a:lvl1pPr>
          </a:lstStyle>
          <a:p>
            <a:pPr rtl="0"/>
            <a:fld id="{D8DA9DAA-006C-4F4B-980E-E3DF019B24E2}" type="slidenum">
              <a:rPr lang="en-GB" noProof="0" smtClean="0"/>
              <a:pPr/>
              <a:t>‹#›</a:t>
            </a:fld>
            <a:endParaRPr lang="en-GB" noProof="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202936" y="3127248"/>
            <a:ext cx="5833872" cy="3118104"/>
          </a:xfrm>
        </p:spPr>
        <p:txBody>
          <a:bodyPr rtlCol="0"/>
          <a:lstStyle>
            <a:lvl1pPr marL="0" indent="0" algn="r">
              <a:buNone/>
              <a:defRPr sz="1800">
                <a:solidFill>
                  <a:schemeClr val="bg1"/>
                </a:solidFill>
              </a:defRPr>
            </a:lvl1pPr>
          </a:lstStyle>
          <a:p>
            <a:pPr lvl="0" rtl="0"/>
            <a:r>
              <a:rPr lang="en-US" noProof="0"/>
              <a:t>Click to edit Master text styles</a:t>
            </a:r>
          </a:p>
        </p:txBody>
      </p:sp>
      <p:sp>
        <p:nvSpPr>
          <p:cNvPr id="11" name="Graphic 12">
            <a:extLst>
              <a:ext uri="{FF2B5EF4-FFF2-40B4-BE49-F238E27FC236}">
                <a16:creationId xmlns:a16="http://schemas.microsoft.com/office/drawing/2014/main" id="{EA1B6985-3E5A-40F4-9268-D4AB3BBF8C9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GB" noProof="0"/>
          </a:p>
        </p:txBody>
      </p:sp>
      <p:sp>
        <p:nvSpPr>
          <p:cNvPr id="13" name="Graphic 13">
            <a:extLst>
              <a:ext uri="{FF2B5EF4-FFF2-40B4-BE49-F238E27FC236}">
                <a16:creationId xmlns:a16="http://schemas.microsoft.com/office/drawing/2014/main" id="{338BC906-9D03-4280-85E8-21A81BC21D73}"/>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GB" noProof="0"/>
          </a:p>
        </p:txBody>
      </p:sp>
      <p:sp>
        <p:nvSpPr>
          <p:cNvPr id="17" name="Graphic 15">
            <a:extLst>
              <a:ext uri="{FF2B5EF4-FFF2-40B4-BE49-F238E27FC236}">
                <a16:creationId xmlns:a16="http://schemas.microsoft.com/office/drawing/2014/main" id="{C5C06D53-C9F6-47E8-BFE1-B8193A1AED8B}"/>
              </a:ext>
            </a:extLst>
          </p:cNvPr>
          <p:cNvSpPr/>
          <p:nvPr userDrawn="1"/>
        </p:nvSpPr>
        <p:spPr>
          <a:xfrm>
            <a:off x="1669987"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GB" noProof="0"/>
          </a:p>
        </p:txBody>
      </p:sp>
    </p:spTree>
    <p:extLst>
      <p:ext uri="{BB962C8B-B14F-4D97-AF65-F5344CB8AC3E}">
        <p14:creationId xmlns:p14="http://schemas.microsoft.com/office/powerpoint/2010/main" val="2490768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p:nvPr>
        </p:nvSpPr>
        <p:spPr>
          <a:xfrm>
            <a:off x="7451965" y="1665520"/>
            <a:ext cx="4266960" cy="426696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rtlCol="0" anchor="ctr">
            <a:noAutofit/>
          </a:bodyPr>
          <a:lstStyle>
            <a:lvl1pPr algn="ctr">
              <a:buNone/>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a:xfrm>
            <a:off x="804672" y="1335024"/>
            <a:ext cx="6190488" cy="1179576"/>
          </a:xfrm>
        </p:spPr>
        <p:txBody>
          <a:bodyPr lIns="91440" tIns="45720" rIns="91440" bIns="45720" rtlCol="0" anchor="b"/>
          <a:lstStyle>
            <a:lvl1pPr>
              <a:defRPr sz="54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850392" y="2825496"/>
            <a:ext cx="6190488" cy="3346704"/>
          </a:xfrm>
        </p:spPr>
        <p:txBody>
          <a:bodyPr rtlCol="0"/>
          <a:lstStyle>
            <a:lvl1pPr marL="0" indent="0">
              <a:lnSpc>
                <a:spcPct val="110000"/>
              </a:lnSpc>
              <a:buNone/>
              <a:defRPr sz="2000"/>
            </a:lvl1pPr>
            <a:lvl2pPr marL="228600">
              <a:defRPr sz="1800"/>
            </a:lvl2pPr>
            <a:lvl3pPr marL="457200">
              <a:defRPr sz="1600"/>
            </a:lvl3pPr>
            <a:lvl4pPr marL="685800">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rtlCol="0"/>
          <a:lstStyle>
            <a:lvl1pPr>
              <a:defRPr>
                <a:solidFill>
                  <a:schemeClr val="accent2"/>
                </a:solidFill>
              </a:defRPr>
            </a:lvl1pPr>
          </a:lstStyle>
          <a:p>
            <a:pPr rtl="0"/>
            <a:r>
              <a:rPr lang="en-GB" dirty="0"/>
              <a:t>10/11/2025</a:t>
            </a:r>
            <a:endParaRPr lang="en-GB" noProof="0" dirty="0"/>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7964424" y="621792"/>
            <a:ext cx="4114800" cy="365125"/>
          </a:xfrm>
        </p:spPr>
        <p:txBody>
          <a:bodyPr rtlCol="0"/>
          <a:lstStyle>
            <a:lvl1pPr>
              <a:defRPr baseline="0">
                <a:solidFill>
                  <a:schemeClr val="accent2"/>
                </a:solidFill>
              </a:defRPr>
            </a:lvl1pPr>
          </a:lstStyle>
          <a:p>
            <a:pPr rtl="0"/>
            <a:r>
              <a:rPr lang="en-GB" noProof="0"/>
              <a:t>Presentation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rtlCol="0"/>
          <a:lstStyle>
            <a:lvl1pPr>
              <a:defRPr>
                <a:solidFill>
                  <a:schemeClr val="accent2"/>
                </a:solidFill>
              </a:defRPr>
            </a:lvl1pPr>
          </a:lstStyle>
          <a:p>
            <a:pPr rtl="0"/>
            <a:fld id="{D8DA9DAA-006C-4F4B-980E-E3DF019B24E2}" type="slidenum">
              <a:rPr lang="en-GB" noProof="0" smtClean="0"/>
              <a:pPr/>
              <a:t>‹#›</a:t>
            </a:fld>
            <a:endParaRPr lang="en-GB" noProof="0"/>
          </a:p>
        </p:txBody>
      </p:sp>
      <p:cxnSp>
        <p:nvCxnSpPr>
          <p:cNvPr id="9" name="Straight Connector 8">
            <a:extLst>
              <a:ext uri="{FF2B5EF4-FFF2-40B4-BE49-F238E27FC236}">
                <a16:creationId xmlns:a16="http://schemas.microsoft.com/office/drawing/2014/main" id="{FA8B3D0E-ED3F-46FA-AE79-5FEFDE9168E3}"/>
              </a:ext>
            </a:extLst>
          </p:cNvPr>
          <p:cNvCxnSpPr>
            <a:cxnSpLocks/>
          </p:cNvCxnSpPr>
          <p:nvPr userDrawn="1"/>
        </p:nvCxnSpPr>
        <p:spPr>
          <a:xfrm>
            <a:off x="0" y="806470"/>
            <a:ext cx="7903723" cy="0"/>
          </a:xfrm>
          <a:prstGeom prst="line">
            <a:avLst/>
          </a:prstGeom>
          <a:ln w="25400" cap="sq">
            <a:gradFill flip="none" rotWithShape="1">
              <a:gsLst>
                <a:gs pos="0">
                  <a:schemeClr val="accent2"/>
                </a:gs>
                <a:gs pos="100000">
                  <a:schemeClr val="accent4"/>
                </a:gs>
              </a:gsLst>
              <a:lin ang="10800000" scaled="1"/>
              <a:tileRect/>
            </a:gradFill>
            <a:bevel/>
          </a:ln>
        </p:spPr>
        <p:style>
          <a:lnRef idx="1">
            <a:schemeClr val="accent1"/>
          </a:lnRef>
          <a:fillRef idx="0">
            <a:schemeClr val="accent1"/>
          </a:fillRef>
          <a:effectRef idx="0">
            <a:schemeClr val="accent1"/>
          </a:effectRef>
          <a:fontRef idx="minor">
            <a:schemeClr val="tx1"/>
          </a:fontRef>
        </p:style>
      </p:cxnSp>
      <p:sp>
        <p:nvSpPr>
          <p:cNvPr id="17" name="Graphic 10">
            <a:extLst>
              <a:ext uri="{FF2B5EF4-FFF2-40B4-BE49-F238E27FC236}">
                <a16:creationId xmlns:a16="http://schemas.microsoft.com/office/drawing/2014/main" id="{AAD06B87-D9B2-4F94-B734-A8F039A2033F}"/>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GB" noProof="0"/>
          </a:p>
        </p:txBody>
      </p:sp>
      <p:sp>
        <p:nvSpPr>
          <p:cNvPr id="19" name="Graphic 11">
            <a:extLst>
              <a:ext uri="{FF2B5EF4-FFF2-40B4-BE49-F238E27FC236}">
                <a16:creationId xmlns:a16="http://schemas.microsoft.com/office/drawing/2014/main" id="{BB13A13C-36EA-4B13-9175-C5FE95B34D33}"/>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GB" noProof="0"/>
          </a:p>
        </p:txBody>
      </p:sp>
    </p:spTree>
    <p:extLst>
      <p:ext uri="{BB962C8B-B14F-4D97-AF65-F5344CB8AC3E}">
        <p14:creationId xmlns:p14="http://schemas.microsoft.com/office/powerpoint/2010/main" val="189711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Header">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463040"/>
            <a:ext cx="9144000" cy="2340864"/>
          </a:xfrm>
        </p:spPr>
        <p:txBody>
          <a:bodyPr rtlCol="0" anchor="b">
            <a:normAutofit/>
          </a:bodyPr>
          <a:lstStyle>
            <a:lvl1pPr algn="ctr">
              <a:defRPr sz="6000" b="1" i="0" cap="all" baseline="0">
                <a:solidFill>
                  <a:schemeClr val="bg1"/>
                </a:solidFill>
              </a:defRPr>
            </a:lvl1pPr>
          </a:lstStyle>
          <a:p>
            <a:pPr rtl="0"/>
            <a:r>
              <a:rPr lang="en-US" noProof="0"/>
              <a:t>Click to edit Master title style</a:t>
            </a:r>
            <a:endParaRPr lang="en-GB" noProof="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7048" y="3858768"/>
            <a:ext cx="9144000" cy="1325880"/>
          </a:xfrm>
        </p:spPr>
        <p:txBody>
          <a:bodyPr rtlCol="0">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sp>
        <p:nvSpPr>
          <p:cNvPr id="4" name="Graphic 12">
            <a:extLst>
              <a:ext uri="{FF2B5EF4-FFF2-40B4-BE49-F238E27FC236}">
                <a16:creationId xmlns:a16="http://schemas.microsoft.com/office/drawing/2014/main" id="{8A41917E-4B97-447C-98AB-970D625F1DE6}"/>
              </a:ext>
            </a:extLst>
          </p:cNvPr>
          <p:cNvSpPr/>
          <p:nvPr userDrawn="1"/>
        </p:nvSpPr>
        <p:spPr>
          <a:xfrm>
            <a:off x="10772266" y="30543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GB" noProof="0"/>
          </a:p>
        </p:txBody>
      </p:sp>
      <p:sp>
        <p:nvSpPr>
          <p:cNvPr id="5" name="Graphic 13">
            <a:extLst>
              <a:ext uri="{FF2B5EF4-FFF2-40B4-BE49-F238E27FC236}">
                <a16:creationId xmlns:a16="http://schemas.microsoft.com/office/drawing/2014/main" id="{3B3FD238-4561-4AF8-A1F1-185B0CAFE2AC}"/>
              </a:ext>
            </a:extLst>
          </p:cNvPr>
          <p:cNvSpPr/>
          <p:nvPr userDrawn="1"/>
        </p:nvSpPr>
        <p:spPr>
          <a:xfrm>
            <a:off x="10724364" y="2515838"/>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GB" noProof="0"/>
          </a:p>
        </p:txBody>
      </p:sp>
      <p:sp>
        <p:nvSpPr>
          <p:cNvPr id="6" name="Graphic 15">
            <a:extLst>
              <a:ext uri="{FF2B5EF4-FFF2-40B4-BE49-F238E27FC236}">
                <a16:creationId xmlns:a16="http://schemas.microsoft.com/office/drawing/2014/main" id="{BAB9414C-AE69-4648-873E-9CE6B2DF8A71}"/>
              </a:ext>
            </a:extLst>
          </p:cNvPr>
          <p:cNvSpPr/>
          <p:nvPr userDrawn="1"/>
        </p:nvSpPr>
        <p:spPr>
          <a:xfrm>
            <a:off x="11024834" y="2787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GB" noProof="0"/>
          </a:p>
        </p:txBody>
      </p:sp>
      <p:sp>
        <p:nvSpPr>
          <p:cNvPr id="7" name="Graphic 22">
            <a:extLst>
              <a:ext uri="{FF2B5EF4-FFF2-40B4-BE49-F238E27FC236}">
                <a16:creationId xmlns:a16="http://schemas.microsoft.com/office/drawing/2014/main" id="{3BF75235-4E6E-4184-82A5-EE6FE7993BBC}"/>
              </a:ext>
            </a:extLst>
          </p:cNvPr>
          <p:cNvSpPr/>
          <p:nvPr userDrawn="1"/>
        </p:nvSpPr>
        <p:spPr>
          <a:xfrm>
            <a:off x="1261869" y="263344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pPr rtl="0"/>
            <a:endParaRPr lang="en-GB" noProof="0"/>
          </a:p>
        </p:txBody>
      </p:sp>
      <p:sp>
        <p:nvSpPr>
          <p:cNvPr id="11" name="Graphic 21">
            <a:extLst>
              <a:ext uri="{FF2B5EF4-FFF2-40B4-BE49-F238E27FC236}">
                <a16:creationId xmlns:a16="http://schemas.microsoft.com/office/drawing/2014/main" id="{E66FE37C-2F4B-42DA-BFF6-92DD00BDC49B}"/>
              </a:ext>
            </a:extLst>
          </p:cNvPr>
          <p:cNvSpPr/>
          <p:nvPr userDrawn="1"/>
        </p:nvSpPr>
        <p:spPr>
          <a:xfrm>
            <a:off x="1064053" y="3083338"/>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pPr rtl="0"/>
            <a:endParaRPr lang="en-GB" noProof="0"/>
          </a:p>
        </p:txBody>
      </p:sp>
      <p:sp>
        <p:nvSpPr>
          <p:cNvPr id="13" name="Graphic 23">
            <a:extLst>
              <a:ext uri="{FF2B5EF4-FFF2-40B4-BE49-F238E27FC236}">
                <a16:creationId xmlns:a16="http://schemas.microsoft.com/office/drawing/2014/main" id="{DDD38822-731A-48DA-A8A0-FBBAF7A6D65D}"/>
              </a:ext>
            </a:extLst>
          </p:cNvPr>
          <p:cNvSpPr/>
          <p:nvPr userDrawn="1"/>
        </p:nvSpPr>
        <p:spPr>
          <a:xfrm>
            <a:off x="1413405" y="349287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pPr rtl="0"/>
            <a:endParaRPr lang="en-GB" noProof="0"/>
          </a:p>
        </p:txBody>
      </p:sp>
    </p:spTree>
    <p:extLst>
      <p:ext uri="{BB962C8B-B14F-4D97-AF65-F5344CB8AC3E}">
        <p14:creationId xmlns:p14="http://schemas.microsoft.com/office/powerpoint/2010/main" val="344248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rtlCol="0"/>
          <a:lstStyle>
            <a:lvl1pPr>
              <a:defRPr sz="54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rtlCol="0"/>
          <a:lstStyle/>
          <a:p>
            <a:pPr rtl="0"/>
            <a:fld id="{D8DA9DAA-006C-4F4B-980E-E3DF019B24E2}" type="slidenum">
              <a:rPr lang="en-GB" noProof="0" smtClean="0"/>
              <a:t>‹#›</a:t>
            </a:fld>
            <a:endParaRPr lang="en-GB" noProof="0"/>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74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6391656" y="841248"/>
            <a:ext cx="4434840" cy="3236976"/>
          </a:xfrm>
        </p:spPr>
        <p:txBody>
          <a:bodyPr rtlCol="0" anchor="b"/>
          <a:lstStyle>
            <a:lvl1pPr algn="l">
              <a:lnSpc>
                <a:spcPct val="110000"/>
              </a:lnSpc>
              <a:spcBef>
                <a:spcPts val="1000"/>
              </a:spcBef>
              <a:defRPr sz="3600" b="0" i="0" cap="none" baseline="0"/>
            </a:lvl1pPr>
          </a:lstStyle>
          <a:p>
            <a:pPr rtl="0"/>
            <a:r>
              <a:rPr lang="en-US" noProof="0"/>
              <a:t>Click to edit Master title style</a:t>
            </a:r>
            <a:endParaRPr lang="en-GB" noProof="0"/>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5" y="4498848"/>
            <a:ext cx="4434835" cy="510474"/>
          </a:xfrm>
        </p:spPr>
        <p:txBody>
          <a:bodyPr rtlCol="0"/>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rtlCol="0"/>
          <a:lstStyle>
            <a:lvl1pPr>
              <a:defRPr>
                <a:solidFill>
                  <a:schemeClr val="accent2"/>
                </a:solidFill>
              </a:defRPr>
            </a:lvl1pPr>
          </a:lstStyle>
          <a:p>
            <a:pPr rtl="0"/>
            <a:r>
              <a:rPr lang="en-GB" noProof="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rtlCol="0"/>
          <a:lstStyle>
            <a:lvl1pPr>
              <a:defRPr>
                <a:solidFill>
                  <a:schemeClr val="accent2"/>
                </a:solidFill>
              </a:defRPr>
            </a:lvl1pPr>
          </a:lstStyle>
          <a:p>
            <a:pPr rtl="0"/>
            <a:fld id="{D8DA9DAA-006C-4F4B-980E-E3DF019B24E2}" type="slidenum">
              <a:rPr lang="en-GB" noProof="0" smtClean="0"/>
              <a:pPr/>
              <a:t>‹#›</a:t>
            </a:fld>
            <a:endParaRPr lang="en-GB" noProof="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01752"/>
            <a:ext cx="5221224" cy="6263640"/>
          </a:xfrm>
        </p:spPr>
        <p:txBody>
          <a:bodyPr rtlCol="0" anchor="ctr"/>
          <a:lstStyle>
            <a:lvl1pPr algn="ctr">
              <a:buNone/>
              <a:defRPr>
                <a:solidFill>
                  <a:schemeClr val="bg1"/>
                </a:solidFill>
              </a:defRPr>
            </a:lvl1pPr>
          </a:lstStyle>
          <a:p>
            <a:pPr rtl="0"/>
            <a:r>
              <a:rPr lang="en-US" noProof="0"/>
              <a:t>Click icon to add picture</a:t>
            </a:r>
            <a:endParaRPr lang="en-GB" noProof="0"/>
          </a:p>
        </p:txBody>
      </p:sp>
    </p:spTree>
    <p:extLst>
      <p:ext uri="{BB962C8B-B14F-4D97-AF65-F5344CB8AC3E}">
        <p14:creationId xmlns:p14="http://schemas.microsoft.com/office/powerpoint/2010/main" val="1299048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3_Title and Content">
    <p:bg>
      <p:bgPr>
        <a:gradFill>
          <a:gsLst>
            <a:gs pos="100000">
              <a:schemeClr val="accent4"/>
            </a:gs>
            <a:gs pos="0">
              <a:schemeClr val="accent2"/>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576072" y="365125"/>
            <a:ext cx="10771632" cy="1325563"/>
          </a:xfrm>
        </p:spPr>
        <p:txBody>
          <a:bodyPr rtlCol="0"/>
          <a:lstStyle>
            <a:lvl1pPr>
              <a:defRPr sz="5400" b="1" cap="all" baseline="0">
                <a:solidFill>
                  <a:schemeClr val="bg1"/>
                </a:solidFill>
              </a:defRPr>
            </a:lvl1pPr>
          </a:lstStyle>
          <a:p>
            <a:pPr rtl="0"/>
            <a:r>
              <a:rPr lang="en-GB" noProof="0"/>
              <a:t>Title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a:xfrm>
            <a:off x="576072" y="1825625"/>
            <a:ext cx="10771632" cy="4351338"/>
          </a:xfrm>
        </p:spPr>
        <p:txBody>
          <a:bodyPr rtlCol="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a:xfrm>
            <a:off x="658368" y="6356350"/>
            <a:ext cx="2743200" cy="365125"/>
          </a:xfrm>
        </p:spPr>
        <p:txBody>
          <a:bodyPr rtlCol="0"/>
          <a:lstStyle>
            <a:lvl1pPr>
              <a:defRPr>
                <a:solidFill>
                  <a:schemeClr val="bg1"/>
                </a:solidFill>
              </a:defRPr>
            </a:lvl1pPr>
          </a:lstStyle>
          <a:p>
            <a:pPr rtl="0"/>
            <a:r>
              <a:rPr lang="en-GB" noProof="0"/>
              <a:t>9/3/20XX</a:t>
            </a:r>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a:xfrm>
            <a:off x="8503920" y="841248"/>
            <a:ext cx="3630168" cy="365125"/>
          </a:xfrm>
        </p:spPr>
        <p:txBody>
          <a:bodyPr rtlCol="0"/>
          <a:lstStyle>
            <a:lvl1pPr>
              <a:defRPr>
                <a:solidFill>
                  <a:schemeClr val="bg1"/>
                </a:solidFill>
              </a:defRPr>
            </a:lvl1pPr>
          </a:lstStyle>
          <a:p>
            <a:pPr rtl="0"/>
            <a:r>
              <a:rPr lang="en-GB" noProof="0"/>
              <a:t>Presentation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rtlCol="0"/>
          <a:lstStyle>
            <a:lvl1pPr>
              <a:defRPr>
                <a:solidFill>
                  <a:schemeClr val="bg1"/>
                </a:solidFill>
              </a:defRPr>
            </a:lvl1pPr>
          </a:lstStyle>
          <a:p>
            <a:pPr rtl="0"/>
            <a:fld id="{D8DA9DAA-006C-4F4B-980E-E3DF019B24E2}" type="slidenum">
              <a:rPr lang="en-GB" noProof="0" smtClean="0"/>
              <a:pPr/>
              <a:t>‹#›</a:t>
            </a:fld>
            <a:endParaRPr lang="en-GB" noProof="0"/>
          </a:p>
        </p:txBody>
      </p:sp>
      <p:sp>
        <p:nvSpPr>
          <p:cNvPr id="9" name="Graphic 22">
            <a:extLst>
              <a:ext uri="{FF2B5EF4-FFF2-40B4-BE49-F238E27FC236}">
                <a16:creationId xmlns:a16="http://schemas.microsoft.com/office/drawing/2014/main" id="{4EADA2ED-8A8C-4D17-8798-F26BF3B4CE25}"/>
              </a:ext>
            </a:extLst>
          </p:cNvPr>
          <p:cNvSpPr/>
          <p:nvPr userDrawn="1"/>
        </p:nvSpPr>
        <p:spPr>
          <a:xfrm>
            <a:off x="11202264" y="344083"/>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pPr rtl="0"/>
            <a:endParaRPr lang="en-GB" noProof="0"/>
          </a:p>
        </p:txBody>
      </p:sp>
      <p:sp>
        <p:nvSpPr>
          <p:cNvPr id="11" name="Graphic 23">
            <a:extLst>
              <a:ext uri="{FF2B5EF4-FFF2-40B4-BE49-F238E27FC236}">
                <a16:creationId xmlns:a16="http://schemas.microsoft.com/office/drawing/2014/main" id="{54AB3A25-6605-4446-9E53-ACEECD25E27B}"/>
              </a:ext>
            </a:extLst>
          </p:cNvPr>
          <p:cNvSpPr/>
          <p:nvPr userDrawn="1"/>
        </p:nvSpPr>
        <p:spPr>
          <a:xfrm>
            <a:off x="11563141" y="590910"/>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pPr rtl="0"/>
            <a:endParaRPr lang="en-GB" noProof="0"/>
          </a:p>
        </p:txBody>
      </p:sp>
    </p:spTree>
    <p:extLst>
      <p:ext uri="{BB962C8B-B14F-4D97-AF65-F5344CB8AC3E}">
        <p14:creationId xmlns:p14="http://schemas.microsoft.com/office/powerpoint/2010/main" val="122263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rtlCol="0"/>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1444752" y="1825625"/>
            <a:ext cx="4553712" cy="4351338"/>
          </a:xfrm>
        </p:spPr>
        <p:txBody>
          <a:bodyPr rtlCol="0">
            <a:normAutofit/>
          </a:bodyPr>
          <a:lstStyle>
            <a:lvl1pPr>
              <a:defRPr sz="2400"/>
            </a:lvl1pPr>
            <a:lvl2pPr>
              <a:defRPr sz="2000"/>
            </a:lvl2pPr>
            <a:lvl3pPr>
              <a:defRPr sz="1800"/>
            </a:lvl3pPr>
            <a:lvl4pPr>
              <a:defRPr sz="1600"/>
            </a:lvl4pPr>
            <a:lvl5pPr>
              <a:defRPr sz="16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784848" y="1825625"/>
            <a:ext cx="4553712" cy="4351338"/>
          </a:xfrm>
        </p:spPr>
        <p:txBody>
          <a:bodyPr rtlCol="0">
            <a:normAutofit/>
          </a:bodyPr>
          <a:lstStyle>
            <a:lvl1pPr>
              <a:defRPr sz="2400"/>
            </a:lvl1pPr>
            <a:lvl2pPr>
              <a:defRPr sz="2000"/>
            </a:lvl2pPr>
            <a:lvl3pPr>
              <a:defRPr sz="1800"/>
            </a:lvl3pPr>
            <a:lvl4pPr>
              <a:defRPr sz="1600"/>
            </a:lvl4pPr>
            <a:lvl5pPr>
              <a:defRPr sz="16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0" name="Graphic 15">
            <a:extLst>
              <a:ext uri="{FF2B5EF4-FFF2-40B4-BE49-F238E27FC236}">
                <a16:creationId xmlns:a16="http://schemas.microsoft.com/office/drawing/2014/main" id="{D8685329-C6A1-4CB4-8AAE-150D0341F6A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GB" noProof="0"/>
          </a:p>
        </p:txBody>
      </p:sp>
      <p:sp>
        <p:nvSpPr>
          <p:cNvPr id="12" name="Graphic 16">
            <a:extLst>
              <a:ext uri="{FF2B5EF4-FFF2-40B4-BE49-F238E27FC236}">
                <a16:creationId xmlns:a16="http://schemas.microsoft.com/office/drawing/2014/main" id="{83CE1DAA-30A3-41AE-8AE1-A7EE5C48A6F3}"/>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GB" noProof="0"/>
          </a:p>
        </p:txBody>
      </p:sp>
      <p:sp>
        <p:nvSpPr>
          <p:cNvPr id="14" name="Graphic 14">
            <a:extLst>
              <a:ext uri="{FF2B5EF4-FFF2-40B4-BE49-F238E27FC236}">
                <a16:creationId xmlns:a16="http://schemas.microsoft.com/office/drawing/2014/main" id="{065162DD-7ACB-4F9C-90DD-24C743035892}"/>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GB" noProof="0"/>
          </a:p>
        </p:txBody>
      </p:sp>
    </p:spTree>
    <p:extLst>
      <p:ext uri="{BB962C8B-B14F-4D97-AF65-F5344CB8AC3E}">
        <p14:creationId xmlns:p14="http://schemas.microsoft.com/office/powerpoint/2010/main" val="1205288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rtlCol="0"/>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4553712"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4553712"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784848" y="1681163"/>
            <a:ext cx="4553712"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784848" y="2505075"/>
            <a:ext cx="4553712"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GB" noProof="0"/>
          </a:p>
        </p:txBody>
      </p:sp>
      <p:sp>
        <p:nvSpPr>
          <p:cNvPr id="14" name="Graphic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GB" noProof="0"/>
          </a:p>
        </p:txBody>
      </p:sp>
      <p:sp>
        <p:nvSpPr>
          <p:cNvPr id="16" name="Graphic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GB" noProof="0"/>
          </a:p>
        </p:txBody>
      </p:sp>
    </p:spTree>
    <p:extLst>
      <p:ext uri="{BB962C8B-B14F-4D97-AF65-F5344CB8AC3E}">
        <p14:creationId xmlns:p14="http://schemas.microsoft.com/office/powerpoint/2010/main" val="93759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rtlCol="0"/>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1444752" y="1681163"/>
            <a:ext cx="28346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1444752" y="2505075"/>
            <a:ext cx="28346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4983480" y="1681163"/>
            <a:ext cx="28346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4983480" y="2505075"/>
            <a:ext cx="28346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pPr rtl="0"/>
            <a:endParaRPr lang="en-GB" noProof="0"/>
          </a:p>
        </p:txBody>
      </p:sp>
      <p:sp>
        <p:nvSpPr>
          <p:cNvPr id="14" name="Graphic 16">
            <a:extLst>
              <a:ext uri="{FF2B5EF4-FFF2-40B4-BE49-F238E27FC236}">
                <a16:creationId xmlns:a16="http://schemas.microsoft.com/office/drawing/2014/main" id="{9BBD3F4B-0836-48C5-AC68-747456D1DD50}"/>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pPr rtl="0"/>
            <a:endParaRPr lang="en-GB" noProof="0"/>
          </a:p>
        </p:txBody>
      </p:sp>
      <p:sp>
        <p:nvSpPr>
          <p:cNvPr id="16" name="Graphic 14">
            <a:extLst>
              <a:ext uri="{FF2B5EF4-FFF2-40B4-BE49-F238E27FC236}">
                <a16:creationId xmlns:a16="http://schemas.microsoft.com/office/drawing/2014/main" id="{9B4398D5-99F4-4F83-AA77-9B4177648CAF}"/>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pPr rtl="0"/>
            <a:endParaRPr lang="en-GB" noProof="0"/>
          </a:p>
        </p:txBody>
      </p:sp>
      <p:sp>
        <p:nvSpPr>
          <p:cNvPr id="15" name="Text Placeholder 4">
            <a:extLst>
              <a:ext uri="{FF2B5EF4-FFF2-40B4-BE49-F238E27FC236}">
                <a16:creationId xmlns:a16="http://schemas.microsoft.com/office/drawing/2014/main" id="{2D693B15-7265-4478-9579-62FCD5222D04}"/>
              </a:ext>
            </a:extLst>
          </p:cNvPr>
          <p:cNvSpPr>
            <a:spLocks noGrp="1"/>
          </p:cNvSpPr>
          <p:nvPr>
            <p:ph type="body" sz="quarter" idx="13"/>
          </p:nvPr>
        </p:nvSpPr>
        <p:spPr>
          <a:xfrm>
            <a:off x="8531352" y="1769269"/>
            <a:ext cx="28346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17" name="Content Placeholder 5">
            <a:extLst>
              <a:ext uri="{FF2B5EF4-FFF2-40B4-BE49-F238E27FC236}">
                <a16:creationId xmlns:a16="http://schemas.microsoft.com/office/drawing/2014/main" id="{48F9E92F-BB16-4896-A47F-6497C3D705B9}"/>
              </a:ext>
            </a:extLst>
          </p:cNvPr>
          <p:cNvSpPr>
            <a:spLocks noGrp="1"/>
          </p:cNvSpPr>
          <p:nvPr>
            <p:ph sz="quarter" idx="14"/>
          </p:nvPr>
        </p:nvSpPr>
        <p:spPr>
          <a:xfrm>
            <a:off x="8531352" y="2593181"/>
            <a:ext cx="28346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p:txBody>
      </p:sp>
    </p:spTree>
    <p:extLst>
      <p:ext uri="{BB962C8B-B14F-4D97-AF65-F5344CB8AC3E}">
        <p14:creationId xmlns:p14="http://schemas.microsoft.com/office/powerpoint/2010/main" val="2373079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6391656" y="804672"/>
            <a:ext cx="4434840" cy="886968"/>
          </a:xfrm>
        </p:spPr>
        <p:txBody>
          <a:bodyPr rtlCol="0" anchor="b"/>
          <a:lstStyle>
            <a:lvl1pPr algn="l">
              <a:defRPr sz="5400" b="0" i="0" cap="none" baseline="0"/>
            </a:lvl1pPr>
          </a:lstStyle>
          <a:p>
            <a:pPr rtl="0"/>
            <a:r>
              <a:rPr lang="en-GB" noProof="0"/>
              <a:t>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6391654" y="1801368"/>
            <a:ext cx="4434840" cy="4754880"/>
          </a:xfrm>
        </p:spPr>
        <p:txBody>
          <a:bodyPr rtlCol="0">
            <a:normAutofit/>
          </a:bodyPr>
          <a:lstStyle>
            <a:lvl1pPr marL="0" indent="0" algn="l">
              <a:lnSpc>
                <a:spcPct val="11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a:xfrm rot="16200000">
            <a:off x="9811512" y="1591056"/>
            <a:ext cx="3547872" cy="365125"/>
          </a:xfrm>
        </p:spPr>
        <p:txBody>
          <a:bodyPr rtlCol="0"/>
          <a:lstStyle>
            <a:lvl1pPr>
              <a:defRPr>
                <a:solidFill>
                  <a:schemeClr val="accent2"/>
                </a:solidFill>
              </a:defRPr>
            </a:lvl1pPr>
          </a:lstStyle>
          <a:p>
            <a:pPr rtl="0"/>
            <a:r>
              <a:rPr lang="en-GB" noProof="0"/>
              <a:t>Presentation Title</a:t>
            </a:r>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rtlCol="0"/>
          <a:lstStyle>
            <a:lvl1pPr>
              <a:defRPr>
                <a:solidFill>
                  <a:schemeClr val="accent2"/>
                </a:solidFill>
              </a:defRPr>
            </a:lvl1pPr>
          </a:lstStyle>
          <a:p>
            <a:pPr rtl="0"/>
            <a:fld id="{D8DA9DAA-006C-4F4B-980E-E3DF019B24E2}" type="slidenum">
              <a:rPr lang="en-GB" noProof="0" smtClean="0"/>
              <a:pPr/>
              <a:t>‹#›</a:t>
            </a:fld>
            <a:endParaRPr lang="en-GB" noProof="0"/>
          </a:p>
        </p:txBody>
      </p:sp>
      <p:cxnSp>
        <p:nvCxnSpPr>
          <p:cNvPr id="7" name="Straight Connector 6">
            <a:extLst>
              <a:ext uri="{FF2B5EF4-FFF2-40B4-BE49-F238E27FC236}">
                <a16:creationId xmlns:a16="http://schemas.microsoft.com/office/drawing/2014/main" id="{6939C974-0ED4-4915-BBF7-1FB00C18AD45}"/>
              </a:ext>
            </a:extLst>
          </p:cNvPr>
          <p:cNvCxnSpPr>
            <a:cxnSpLocks/>
          </p:cNvCxnSpPr>
          <p:nvPr userDrawn="1"/>
        </p:nvCxnSpPr>
        <p:spPr>
          <a:xfrm>
            <a:off x="11586162" y="3619272"/>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515930B2-E36D-4D05-A6B3-CA1BF61D50CC}"/>
              </a:ext>
            </a:extLst>
          </p:cNvPr>
          <p:cNvSpPr/>
          <p:nvPr userDrawn="1"/>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p:nvPr>
        </p:nvSpPr>
        <p:spPr>
          <a:xfrm>
            <a:off x="283464" y="3108960"/>
            <a:ext cx="5221224" cy="3447288"/>
          </a:xfrm>
        </p:spPr>
        <p:txBody>
          <a:bodyPr rtlCol="0" anchor="ctr"/>
          <a:lstStyle>
            <a:lvl1pPr algn="ctr">
              <a:buNone/>
              <a:defRPr>
                <a:solidFill>
                  <a:schemeClr val="bg1"/>
                </a:solidFill>
              </a:defRPr>
            </a:lvl1pPr>
          </a:lstStyle>
          <a:p>
            <a:pPr rtl="0"/>
            <a:r>
              <a:rPr lang="en-US" noProof="0"/>
              <a:t>Click icon to add picture</a:t>
            </a:r>
            <a:endParaRPr lang="en-GB" noProof="0"/>
          </a:p>
        </p:txBody>
      </p:sp>
      <p:sp>
        <p:nvSpPr>
          <p:cNvPr id="10" name="Picture Placeholder 12">
            <a:extLst>
              <a:ext uri="{FF2B5EF4-FFF2-40B4-BE49-F238E27FC236}">
                <a16:creationId xmlns:a16="http://schemas.microsoft.com/office/drawing/2014/main" id="{F146D6C1-343E-4F97-A565-55BBB15F4C77}"/>
              </a:ext>
            </a:extLst>
          </p:cNvPr>
          <p:cNvSpPr>
            <a:spLocks noGrp="1"/>
          </p:cNvSpPr>
          <p:nvPr>
            <p:ph type="pic" sz="quarter" idx="14"/>
          </p:nvPr>
        </p:nvSpPr>
        <p:spPr>
          <a:xfrm>
            <a:off x="283464" y="301752"/>
            <a:ext cx="2459736" cy="2505456"/>
          </a:xfrm>
        </p:spPr>
        <p:txBody>
          <a:bodyPr rtlCol="0" anchor="ctr"/>
          <a:lstStyle>
            <a:lvl1pPr algn="ctr">
              <a:buNone/>
              <a:defRPr>
                <a:solidFill>
                  <a:schemeClr val="bg1"/>
                </a:solidFill>
              </a:defRPr>
            </a:lvl1pPr>
          </a:lstStyle>
          <a:p>
            <a:pPr rtl="0"/>
            <a:r>
              <a:rPr lang="en-US" noProof="0"/>
              <a:t>Click icon to add picture</a:t>
            </a:r>
            <a:endParaRPr lang="en-GB" noProof="0"/>
          </a:p>
        </p:txBody>
      </p:sp>
      <p:sp>
        <p:nvSpPr>
          <p:cNvPr id="11" name="Picture Placeholder 12">
            <a:extLst>
              <a:ext uri="{FF2B5EF4-FFF2-40B4-BE49-F238E27FC236}">
                <a16:creationId xmlns:a16="http://schemas.microsoft.com/office/drawing/2014/main" id="{BA123E2D-4554-47D5-B0EC-0C47EDB41626}"/>
              </a:ext>
            </a:extLst>
          </p:cNvPr>
          <p:cNvSpPr>
            <a:spLocks noGrp="1"/>
          </p:cNvSpPr>
          <p:nvPr>
            <p:ph type="pic" sz="quarter" idx="15"/>
          </p:nvPr>
        </p:nvSpPr>
        <p:spPr>
          <a:xfrm>
            <a:off x="3044952" y="301752"/>
            <a:ext cx="2459736" cy="2505456"/>
          </a:xfrm>
        </p:spPr>
        <p:txBody>
          <a:bodyPr rtlCol="0" anchor="ctr"/>
          <a:lstStyle>
            <a:lvl1pPr algn="ctr">
              <a:buNone/>
              <a:defRPr>
                <a:solidFill>
                  <a:schemeClr val="bg1"/>
                </a:solidFill>
              </a:defRPr>
            </a:lvl1pPr>
          </a:lstStyle>
          <a:p>
            <a:pPr rtl="0"/>
            <a:r>
              <a:rPr lang="en-US" noProof="0"/>
              <a:t>Click icon to add picture</a:t>
            </a:r>
            <a:endParaRPr lang="en-GB" noProof="0"/>
          </a:p>
        </p:txBody>
      </p:sp>
    </p:spTree>
    <p:extLst>
      <p:ext uri="{BB962C8B-B14F-4D97-AF65-F5344CB8AC3E}">
        <p14:creationId xmlns:p14="http://schemas.microsoft.com/office/powerpoint/2010/main" val="1257891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3186EA6A-5CD5-4DF7-9C8A-EDFAF28A80D9}"/>
              </a:ext>
            </a:extLst>
          </p:cNvPr>
          <p:cNvSpPr>
            <a:spLocks noGrp="1"/>
          </p:cNvSpPr>
          <p:nvPr>
            <p:ph type="pic" sz="quarter" idx="14"/>
          </p:nvPr>
        </p:nvSpPr>
        <p:spPr>
          <a:xfrm>
            <a:off x="1777111" y="407499"/>
            <a:ext cx="1952279" cy="1952279"/>
          </a:xfrm>
          <a:custGeom>
            <a:avLst/>
            <a:gdLst>
              <a:gd name="connsiteX0" fmla="*/ 976140 w 1952279"/>
              <a:gd name="connsiteY0" fmla="*/ 0 h 1952279"/>
              <a:gd name="connsiteX1" fmla="*/ 1952279 w 1952279"/>
              <a:gd name="connsiteY1" fmla="*/ 976140 h 1952279"/>
              <a:gd name="connsiteX2" fmla="*/ 976140 w 1952279"/>
              <a:gd name="connsiteY2" fmla="*/ 1952279 h 1952279"/>
              <a:gd name="connsiteX3" fmla="*/ 0 w 1952279"/>
              <a:gd name="connsiteY3" fmla="*/ 976140 h 1952279"/>
              <a:gd name="connsiteX4" fmla="*/ 976140 w 1952279"/>
              <a:gd name="connsiteY4" fmla="*/ 0 h 1952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279" h="1952279">
                <a:moveTo>
                  <a:pt x="976140" y="0"/>
                </a:moveTo>
                <a:cubicBezTo>
                  <a:pt x="1515247" y="0"/>
                  <a:pt x="1952279" y="437033"/>
                  <a:pt x="1952279" y="976140"/>
                </a:cubicBezTo>
                <a:cubicBezTo>
                  <a:pt x="1952279" y="1515246"/>
                  <a:pt x="1515247" y="1952279"/>
                  <a:pt x="976140" y="1952279"/>
                </a:cubicBezTo>
                <a:cubicBezTo>
                  <a:pt x="437033" y="1952279"/>
                  <a:pt x="0" y="1515246"/>
                  <a:pt x="0" y="976140"/>
                </a:cubicBezTo>
                <a:cubicBezTo>
                  <a:pt x="0" y="437033"/>
                  <a:pt x="437033" y="0"/>
                  <a:pt x="976140" y="0"/>
                </a:cubicBezTo>
                <a:close/>
              </a:path>
            </a:pathLst>
          </a:custGeom>
        </p:spPr>
        <p:txBody>
          <a:bodyPr wrap="square" rtlCol="0" anchor="ctr">
            <a:noAutofit/>
          </a:bodyPr>
          <a:lstStyle>
            <a:lvl1pPr algn="ctr">
              <a:buNone/>
              <a:defRPr sz="1800">
                <a:solidFill>
                  <a:schemeClr val="bg1"/>
                </a:solidFill>
              </a:defRPr>
            </a:lvl1pPr>
          </a:lstStyle>
          <a:p>
            <a:pPr rtl="0"/>
            <a:r>
              <a:rPr lang="en-US" noProof="0"/>
              <a:t>Click icon to add picture</a:t>
            </a:r>
            <a:endParaRPr lang="en-GB" noProof="0"/>
          </a:p>
        </p:txBody>
      </p:sp>
      <p:sp>
        <p:nvSpPr>
          <p:cNvPr id="32" name="Picture Placeholder 31">
            <a:extLst>
              <a:ext uri="{FF2B5EF4-FFF2-40B4-BE49-F238E27FC236}">
                <a16:creationId xmlns:a16="http://schemas.microsoft.com/office/drawing/2014/main" id="{83D5117F-F235-498D-99A5-9DE2D665576C}"/>
              </a:ext>
            </a:extLst>
          </p:cNvPr>
          <p:cNvSpPr>
            <a:spLocks noGrp="1"/>
          </p:cNvSpPr>
          <p:nvPr>
            <p:ph type="pic" sz="quarter" idx="15"/>
          </p:nvPr>
        </p:nvSpPr>
        <p:spPr>
          <a:xfrm>
            <a:off x="3528345" y="1972581"/>
            <a:ext cx="2290065" cy="2273502"/>
          </a:xfrm>
          <a:custGeom>
            <a:avLst/>
            <a:gdLst>
              <a:gd name="connsiteX0" fmla="*/ 1145032 w 2290065"/>
              <a:gd name="connsiteY0" fmla="*/ 0 h 2273502"/>
              <a:gd name="connsiteX1" fmla="*/ 2290065 w 2290065"/>
              <a:gd name="connsiteY1" fmla="*/ 1145033 h 2273502"/>
              <a:gd name="connsiteX2" fmla="*/ 1375797 w 2290065"/>
              <a:gd name="connsiteY2" fmla="*/ 2266803 h 2273502"/>
              <a:gd name="connsiteX3" fmla="*/ 1331903 w 2290065"/>
              <a:gd name="connsiteY3" fmla="*/ 2273502 h 2273502"/>
              <a:gd name="connsiteX4" fmla="*/ 958162 w 2290065"/>
              <a:gd name="connsiteY4" fmla="*/ 2273502 h 2273502"/>
              <a:gd name="connsiteX5" fmla="*/ 914268 w 2290065"/>
              <a:gd name="connsiteY5" fmla="*/ 2266803 h 2273502"/>
              <a:gd name="connsiteX6" fmla="*/ 5911 w 2290065"/>
              <a:gd name="connsiteY6" fmla="*/ 1262106 h 2273502"/>
              <a:gd name="connsiteX7" fmla="*/ 0 w 2290065"/>
              <a:gd name="connsiteY7" fmla="*/ 1145053 h 2273502"/>
              <a:gd name="connsiteX8" fmla="*/ 0 w 2290065"/>
              <a:gd name="connsiteY8" fmla="*/ 1145014 h 2273502"/>
              <a:gd name="connsiteX9" fmla="*/ 5911 w 2290065"/>
              <a:gd name="connsiteY9" fmla="*/ 1027960 h 2273502"/>
              <a:gd name="connsiteX10" fmla="*/ 1145032 w 2290065"/>
              <a:gd name="connsiteY10" fmla="*/ 0 h 2273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0065" h="2273502">
                <a:moveTo>
                  <a:pt x="1145032" y="0"/>
                </a:moveTo>
                <a:cubicBezTo>
                  <a:pt x="1777417" y="0"/>
                  <a:pt x="2290065" y="512649"/>
                  <a:pt x="2290065" y="1145033"/>
                </a:cubicBezTo>
                <a:cubicBezTo>
                  <a:pt x="2290065" y="1698370"/>
                  <a:pt x="1897569" y="2160033"/>
                  <a:pt x="1375797" y="2266803"/>
                </a:cubicBezTo>
                <a:lnTo>
                  <a:pt x="1331903" y="2273502"/>
                </a:lnTo>
                <a:lnTo>
                  <a:pt x="958162" y="2273502"/>
                </a:lnTo>
                <a:lnTo>
                  <a:pt x="914268" y="2266803"/>
                </a:lnTo>
                <a:cubicBezTo>
                  <a:pt x="429765" y="2167660"/>
                  <a:pt x="56730" y="1762511"/>
                  <a:pt x="5911" y="1262106"/>
                </a:cubicBezTo>
                <a:lnTo>
                  <a:pt x="0" y="1145053"/>
                </a:lnTo>
                <a:lnTo>
                  <a:pt x="0" y="1145014"/>
                </a:lnTo>
                <a:lnTo>
                  <a:pt x="5911" y="1027960"/>
                </a:lnTo>
                <a:cubicBezTo>
                  <a:pt x="64548" y="450571"/>
                  <a:pt x="552172" y="0"/>
                  <a:pt x="1145032" y="0"/>
                </a:cubicBezTo>
                <a:close/>
              </a:path>
            </a:pathLst>
          </a:custGeom>
        </p:spPr>
        <p:txBody>
          <a:bodyPr wrap="square" rtlCol="0" anchor="ctr">
            <a:noAutofit/>
          </a:bodyPr>
          <a:lstStyle>
            <a:lvl1pPr algn="ctr">
              <a:buNone/>
              <a:defRPr sz="1800">
                <a:solidFill>
                  <a:schemeClr val="bg1"/>
                </a:solidFill>
              </a:defRPr>
            </a:lvl1pPr>
          </a:lstStyle>
          <a:p>
            <a:pPr rtl="0"/>
            <a:r>
              <a:rPr lang="en-US" noProof="0"/>
              <a:t>Click icon to add picture</a:t>
            </a:r>
            <a:endParaRPr lang="en-GB" noProof="0"/>
          </a:p>
        </p:txBody>
      </p:sp>
      <p:sp>
        <p:nvSpPr>
          <p:cNvPr id="31" name="Picture Placeholder 30">
            <a:extLst>
              <a:ext uri="{FF2B5EF4-FFF2-40B4-BE49-F238E27FC236}">
                <a16:creationId xmlns:a16="http://schemas.microsoft.com/office/drawing/2014/main" id="{E1E0A794-F1D3-4628-B5B1-9D48AB34C3D4}"/>
              </a:ext>
            </a:extLst>
          </p:cNvPr>
          <p:cNvSpPr>
            <a:spLocks noGrp="1"/>
          </p:cNvSpPr>
          <p:nvPr>
            <p:ph type="pic" sz="quarter" idx="16"/>
          </p:nvPr>
        </p:nvSpPr>
        <p:spPr>
          <a:xfrm>
            <a:off x="5579539" y="4386312"/>
            <a:ext cx="3119293" cy="2462810"/>
          </a:xfrm>
          <a:custGeom>
            <a:avLst/>
            <a:gdLst>
              <a:gd name="connsiteX0" fmla="*/ 1559647 w 3119293"/>
              <a:gd name="connsiteY0" fmla="*/ 0 h 2462810"/>
              <a:gd name="connsiteX1" fmla="*/ 3119293 w 3119293"/>
              <a:gd name="connsiteY1" fmla="*/ 1559647 h 2462810"/>
              <a:gd name="connsiteX2" fmla="*/ 2852930 w 3119293"/>
              <a:gd name="connsiteY2" fmla="*/ 2431660 h 2462810"/>
              <a:gd name="connsiteX3" fmla="*/ 2829636 w 3119293"/>
              <a:gd name="connsiteY3" fmla="*/ 2462810 h 2462810"/>
              <a:gd name="connsiteX4" fmla="*/ 289658 w 3119293"/>
              <a:gd name="connsiteY4" fmla="*/ 2462810 h 2462810"/>
              <a:gd name="connsiteX5" fmla="*/ 266363 w 3119293"/>
              <a:gd name="connsiteY5" fmla="*/ 2431660 h 2462810"/>
              <a:gd name="connsiteX6" fmla="*/ 0 w 3119293"/>
              <a:gd name="connsiteY6" fmla="*/ 1559647 h 2462810"/>
              <a:gd name="connsiteX7" fmla="*/ 1559647 w 3119293"/>
              <a:gd name="connsiteY7" fmla="*/ 0 h 246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9293" h="2462810">
                <a:moveTo>
                  <a:pt x="1559647" y="0"/>
                </a:moveTo>
                <a:cubicBezTo>
                  <a:pt x="2421016" y="0"/>
                  <a:pt x="3119293" y="698278"/>
                  <a:pt x="3119293" y="1559647"/>
                </a:cubicBezTo>
                <a:cubicBezTo>
                  <a:pt x="3119293" y="1882660"/>
                  <a:pt x="3021098" y="2182739"/>
                  <a:pt x="2852930" y="2431660"/>
                </a:cubicBezTo>
                <a:lnTo>
                  <a:pt x="2829636" y="2462810"/>
                </a:lnTo>
                <a:lnTo>
                  <a:pt x="289658" y="2462810"/>
                </a:lnTo>
                <a:lnTo>
                  <a:pt x="266363" y="2431660"/>
                </a:lnTo>
                <a:cubicBezTo>
                  <a:pt x="98195" y="2182739"/>
                  <a:pt x="0" y="1882660"/>
                  <a:pt x="0" y="1559647"/>
                </a:cubicBezTo>
                <a:cubicBezTo>
                  <a:pt x="0" y="698278"/>
                  <a:pt x="698278" y="0"/>
                  <a:pt x="1559647" y="0"/>
                </a:cubicBezTo>
                <a:close/>
              </a:path>
            </a:pathLst>
          </a:custGeom>
        </p:spPr>
        <p:txBody>
          <a:bodyPr wrap="square" rtlCol="0" anchor="ctr">
            <a:noAutofit/>
          </a:bodyPr>
          <a:lstStyle>
            <a:lvl1pPr algn="ctr">
              <a:buNone/>
              <a:defRPr sz="1800">
                <a:solidFill>
                  <a:schemeClr val="bg1"/>
                </a:solidFill>
              </a:defRPr>
            </a:lvl1pPr>
          </a:lstStyle>
          <a:p>
            <a:pPr rtl="0"/>
            <a:r>
              <a:rPr lang="en-US" noProof="0"/>
              <a:t>Click icon to add picture</a:t>
            </a:r>
            <a:endParaRPr lang="en-GB" noProof="0"/>
          </a:p>
        </p:txBody>
      </p:sp>
      <p:sp>
        <p:nvSpPr>
          <p:cNvPr id="30" name="Picture Placeholder 29">
            <a:extLst>
              <a:ext uri="{FF2B5EF4-FFF2-40B4-BE49-F238E27FC236}">
                <a16:creationId xmlns:a16="http://schemas.microsoft.com/office/drawing/2014/main" id="{B8D3F45B-B631-47D3-A33C-71CEC2B3602C}"/>
              </a:ext>
            </a:extLst>
          </p:cNvPr>
          <p:cNvSpPr>
            <a:spLocks noGrp="1"/>
          </p:cNvSpPr>
          <p:nvPr>
            <p:ph type="pic" sz="quarter" idx="17"/>
          </p:nvPr>
        </p:nvSpPr>
        <p:spPr>
          <a:xfrm>
            <a:off x="1092905" y="4018982"/>
            <a:ext cx="3854161" cy="2839018"/>
          </a:xfrm>
          <a:custGeom>
            <a:avLst/>
            <a:gdLst>
              <a:gd name="connsiteX0" fmla="*/ 1927061 w 3854161"/>
              <a:gd name="connsiteY0" fmla="*/ 0 h 2839018"/>
              <a:gd name="connsiteX1" fmla="*/ 1927101 w 3854161"/>
              <a:gd name="connsiteY1" fmla="*/ 0 h 2839018"/>
              <a:gd name="connsiteX2" fmla="*/ 2124114 w 3854161"/>
              <a:gd name="connsiteY2" fmla="*/ 9948 h 2839018"/>
              <a:gd name="connsiteX3" fmla="*/ 3854161 w 3854161"/>
              <a:gd name="connsiteY3" fmla="*/ 1927080 h 2839018"/>
              <a:gd name="connsiteX4" fmla="*/ 3702722 w 3854161"/>
              <a:gd name="connsiteY4" fmla="*/ 2677187 h 2839018"/>
              <a:gd name="connsiteX5" fmla="*/ 3624763 w 3854161"/>
              <a:gd name="connsiteY5" fmla="*/ 2839018 h 2839018"/>
              <a:gd name="connsiteX6" fmla="*/ 229398 w 3854161"/>
              <a:gd name="connsiteY6" fmla="*/ 2839018 h 2839018"/>
              <a:gd name="connsiteX7" fmla="*/ 151440 w 3854161"/>
              <a:gd name="connsiteY7" fmla="*/ 2677187 h 2839018"/>
              <a:gd name="connsiteX8" fmla="*/ 0 w 3854161"/>
              <a:gd name="connsiteY8" fmla="*/ 1927080 h 2839018"/>
              <a:gd name="connsiteX9" fmla="*/ 1730048 w 3854161"/>
              <a:gd name="connsiteY9" fmla="*/ 9948 h 283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54161" h="2839018">
                <a:moveTo>
                  <a:pt x="1927061" y="0"/>
                </a:moveTo>
                <a:lnTo>
                  <a:pt x="1927101" y="0"/>
                </a:lnTo>
                <a:lnTo>
                  <a:pt x="2124114" y="9948"/>
                </a:lnTo>
                <a:cubicBezTo>
                  <a:pt x="3095856" y="108634"/>
                  <a:pt x="3854161" y="929301"/>
                  <a:pt x="3854161" y="1927080"/>
                </a:cubicBezTo>
                <a:cubicBezTo>
                  <a:pt x="3854161" y="2193154"/>
                  <a:pt x="3800237" y="2446634"/>
                  <a:pt x="3702722" y="2677187"/>
                </a:cubicBezTo>
                <a:lnTo>
                  <a:pt x="3624763" y="2839018"/>
                </a:lnTo>
                <a:lnTo>
                  <a:pt x="229398" y="2839018"/>
                </a:lnTo>
                <a:lnTo>
                  <a:pt x="151440" y="2677187"/>
                </a:lnTo>
                <a:cubicBezTo>
                  <a:pt x="53924" y="2446634"/>
                  <a:pt x="0" y="2193154"/>
                  <a:pt x="0" y="1927080"/>
                </a:cubicBezTo>
                <a:cubicBezTo>
                  <a:pt x="0" y="929301"/>
                  <a:pt x="758305" y="108634"/>
                  <a:pt x="1730048" y="9948"/>
                </a:cubicBezTo>
                <a:close/>
              </a:path>
            </a:pathLst>
          </a:custGeom>
        </p:spPr>
        <p:txBody>
          <a:bodyPr wrap="square" rtlCol="0" anchor="ctr">
            <a:noAutofit/>
          </a:bodyPr>
          <a:lstStyle>
            <a:lvl1pPr algn="ctr">
              <a:buNone/>
              <a:defRPr sz="1800">
                <a:solidFill>
                  <a:schemeClr val="bg1"/>
                </a:solidFill>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5760720" y="585216"/>
            <a:ext cx="5276088" cy="2276856"/>
          </a:xfrm>
        </p:spPr>
        <p:txBody>
          <a:bodyPr rtlCol="0" anchor="b"/>
          <a:lstStyle>
            <a:lvl1pPr algn="r">
              <a:defRPr sz="4800" b="1" cap="all" spc="400" baseline="0">
                <a:solidFill>
                  <a:schemeClr val="bg1"/>
                </a:solidFill>
              </a:defRPr>
            </a:lvl1pPr>
          </a:lstStyle>
          <a:p>
            <a:pPr rtl="0"/>
            <a:r>
              <a:rPr lang="en-US" noProof="0"/>
              <a:t>Click to edit Master title style</a:t>
            </a:r>
            <a:endParaRPr lang="en-GB" noProof="0"/>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a:xfrm>
            <a:off x="658368" y="201168"/>
            <a:ext cx="2743200" cy="365125"/>
          </a:xfrm>
        </p:spPr>
        <p:txBody>
          <a:bodyPr rtlCol="0"/>
          <a:lstStyle>
            <a:lvl1pPr>
              <a:defRPr>
                <a:solidFill>
                  <a:schemeClr val="bg1"/>
                </a:solidFill>
              </a:defRPr>
            </a:lvl1pPr>
          </a:lstStyle>
          <a:p>
            <a:pPr rtl="0"/>
            <a:r>
              <a:rPr lang="en-GB" noProof="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rot="16200000">
            <a:off x="-548640" y="1938528"/>
            <a:ext cx="2788920" cy="365125"/>
          </a:xfrm>
        </p:spPr>
        <p:txBody>
          <a:bodyPr rtlCol="0"/>
          <a:lstStyle>
            <a:lvl1pPr>
              <a:defRPr>
                <a:solidFill>
                  <a:schemeClr val="bg1"/>
                </a:solidFill>
              </a:defRPr>
            </a:lvl1pPr>
          </a:lstStyle>
          <a:p>
            <a:pPr rtl="0"/>
            <a:r>
              <a:rPr lang="en-GB" noProof="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8610600" y="201168"/>
            <a:ext cx="2743200" cy="365125"/>
          </a:xfrm>
        </p:spPr>
        <p:txBody>
          <a:bodyPr rtlCol="0"/>
          <a:lstStyle>
            <a:lvl1pPr>
              <a:defRPr>
                <a:solidFill>
                  <a:schemeClr val="bg1"/>
                </a:solidFill>
              </a:defRPr>
            </a:lvl1pPr>
          </a:lstStyle>
          <a:p>
            <a:pPr rtl="0"/>
            <a:fld id="{D8DA9DAA-006C-4F4B-980E-E3DF019B24E2}" type="slidenum">
              <a:rPr lang="en-GB" noProof="0" smtClean="0"/>
              <a:pPr/>
              <a:t>‹#›</a:t>
            </a:fld>
            <a:endParaRPr lang="en-GB" noProof="0"/>
          </a:p>
        </p:txBody>
      </p:sp>
      <p:sp>
        <p:nvSpPr>
          <p:cNvPr id="8" name="Graphic 32">
            <a:extLst>
              <a:ext uri="{FF2B5EF4-FFF2-40B4-BE49-F238E27FC236}">
                <a16:creationId xmlns:a16="http://schemas.microsoft.com/office/drawing/2014/main" id="{846CD0EA-B0AA-4845-81A5-4ADD7C58B12F}"/>
              </a:ext>
            </a:extLst>
          </p:cNvPr>
          <p:cNvSpPr/>
          <p:nvPr userDrawn="1"/>
        </p:nvSpPr>
        <p:spPr>
          <a:xfrm>
            <a:off x="1472366" y="185953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pPr rtl="0"/>
            <a:endParaRPr lang="en-GB" noProof="0"/>
          </a:p>
        </p:txBody>
      </p:sp>
      <p:sp>
        <p:nvSpPr>
          <p:cNvPr id="10" name="Graphic 33">
            <a:extLst>
              <a:ext uri="{FF2B5EF4-FFF2-40B4-BE49-F238E27FC236}">
                <a16:creationId xmlns:a16="http://schemas.microsoft.com/office/drawing/2014/main" id="{0E97A0CB-7CB1-47F0-BD48-EEECBAC39CD2}"/>
              </a:ext>
            </a:extLst>
          </p:cNvPr>
          <p:cNvSpPr/>
          <p:nvPr userDrawn="1"/>
        </p:nvSpPr>
        <p:spPr>
          <a:xfrm>
            <a:off x="2014523" y="3146867"/>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pPr rtl="0"/>
            <a:endParaRPr lang="en-GB" noProof="0"/>
          </a:p>
        </p:txBody>
      </p:sp>
      <p:sp>
        <p:nvSpPr>
          <p:cNvPr id="12" name="Graphic 31">
            <a:extLst>
              <a:ext uri="{FF2B5EF4-FFF2-40B4-BE49-F238E27FC236}">
                <a16:creationId xmlns:a16="http://schemas.microsoft.com/office/drawing/2014/main" id="{477816C9-06CB-4BC5-B26B-6A2877BD941A}"/>
              </a:ext>
            </a:extLst>
          </p:cNvPr>
          <p:cNvSpPr/>
          <p:nvPr userDrawn="1"/>
        </p:nvSpPr>
        <p:spPr>
          <a:xfrm>
            <a:off x="5404920" y="4508295"/>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pPr rtl="0"/>
            <a:endParaRPr lang="en-GB" noProof="0"/>
          </a:p>
        </p:txBody>
      </p:sp>
      <p:cxnSp>
        <p:nvCxnSpPr>
          <p:cNvPr id="14" name="Straight Connector 13">
            <a:extLst>
              <a:ext uri="{FF2B5EF4-FFF2-40B4-BE49-F238E27FC236}">
                <a16:creationId xmlns:a16="http://schemas.microsoft.com/office/drawing/2014/main" id="{13AE7F8D-AE68-4A83-BAB5-3A97D473CE3C}"/>
              </a:ext>
            </a:extLst>
          </p:cNvPr>
          <p:cNvCxnSpPr>
            <a:cxnSpLocks/>
          </p:cNvCxnSpPr>
          <p:nvPr userDrawn="1"/>
        </p:nvCxnSpPr>
        <p:spPr>
          <a:xfrm>
            <a:off x="85611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p:nvPr>
        </p:nvSpPr>
        <p:spPr>
          <a:xfrm>
            <a:off x="5760720" y="3127248"/>
            <a:ext cx="5276088" cy="1124712"/>
          </a:xfrm>
        </p:spPr>
        <p:txBody>
          <a:bodyPr rtlCol="0"/>
          <a:lstStyle>
            <a:lvl1pPr marL="0" indent="0" algn="r">
              <a:buNone/>
              <a:defRPr sz="1800">
                <a:solidFill>
                  <a:schemeClr val="bg1"/>
                </a:solidFill>
              </a:defRPr>
            </a:lvl1pPr>
          </a:lstStyle>
          <a:p>
            <a:pPr lvl="0" rtl="0"/>
            <a:r>
              <a:rPr lang="en-US" noProof="0"/>
              <a:t>Click to edit Master text styles</a:t>
            </a:r>
          </a:p>
        </p:txBody>
      </p:sp>
    </p:spTree>
    <p:extLst>
      <p:ext uri="{BB962C8B-B14F-4D97-AF65-F5344CB8AC3E}">
        <p14:creationId xmlns:p14="http://schemas.microsoft.com/office/powerpoint/2010/main" val="301045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rtlCol="0"/>
          <a:lstStyle/>
          <a:p>
            <a:pPr rtl="0"/>
            <a:r>
              <a:rPr lang="en-US" noProof="0"/>
              <a:t>Click to edit Master title style</a:t>
            </a:r>
            <a:endParaRPr lang="en-GB" noProof="0"/>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rtlCol="0"/>
          <a:lstStyle/>
          <a:p>
            <a:pPr rtl="0"/>
            <a:r>
              <a:rPr lang="en-GB" noProof="0"/>
              <a:t>9/3/20XX</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rtlCol="0"/>
          <a:lstStyle/>
          <a:p>
            <a:pPr rtl="0"/>
            <a:r>
              <a:rPr lang="en-GB" noProof="0"/>
              <a:t>Presentation Title</a:t>
            </a:r>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rtlCol="0"/>
          <a:lstStyle/>
          <a:p>
            <a:pPr rtl="0"/>
            <a:fld id="{D8DA9DAA-006C-4F4B-980E-E3DF019B24E2}" type="slidenum">
              <a:rPr lang="en-GB" noProof="0" smtClean="0"/>
              <a:t>‹#›</a:t>
            </a:fld>
            <a:endParaRPr lang="en-GB" noProof="0"/>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rtlCol="0"/>
          <a:lstStyle/>
          <a:p>
            <a:pPr rtl="0"/>
            <a:r>
              <a:rPr lang="en-GB" noProof="0"/>
              <a:t>9/3/20XX</a:t>
            </a:r>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rtlCol="0"/>
          <a:lstStyle/>
          <a:p>
            <a:pPr rtl="0"/>
            <a:r>
              <a:rPr lang="en-GB" noProof="0"/>
              <a:t>Presentation Title</a:t>
            </a:r>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rtlCol="0"/>
          <a:lstStyle/>
          <a:p>
            <a:pPr rtl="0"/>
            <a:fld id="{D8DA9DAA-006C-4F4B-980E-E3DF019B24E2}" type="slidenum">
              <a:rPr lang="en-GB" noProof="0" smtClean="0"/>
              <a:t>‹#›</a:t>
            </a:fld>
            <a:endParaRPr lang="en-GB" noProof="0"/>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867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rtlCol="0" anchor="b"/>
          <a:lstStyle>
            <a:lvl1pPr>
              <a:defRPr sz="3200"/>
            </a:lvl1pPr>
          </a:lstStyle>
          <a:p>
            <a:pPr rtl="0"/>
            <a:r>
              <a:rPr lang="en-US" noProof="0"/>
              <a:t>Click to edit Master title style</a:t>
            </a:r>
            <a:endParaRPr lang="en-GB" noProof="0"/>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rtlCol="0"/>
          <a:lstStyle/>
          <a:p>
            <a:pPr rtl="0"/>
            <a:r>
              <a:rPr lang="en-GB" noProof="0"/>
              <a:t>9/3/20XX</a:t>
            </a:r>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rtlCol="0"/>
          <a:lstStyle/>
          <a:p>
            <a:pPr rtl="0"/>
            <a:r>
              <a:rPr lang="en-GB" noProof="0"/>
              <a:t>Presentation Title</a:t>
            </a:r>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rtlCol="0"/>
          <a:lstStyle/>
          <a:p>
            <a:pPr rtl="0"/>
            <a:fld id="{D8DA9DAA-006C-4F4B-980E-E3DF019B24E2}" type="slidenum">
              <a:rPr lang="en-GB" noProof="0" smtClean="0"/>
              <a:t>‹#›</a:t>
            </a:fld>
            <a:endParaRPr lang="en-GB" noProof="0"/>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805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rtlCol="0" anchor="b"/>
          <a:lstStyle>
            <a:lvl1pPr>
              <a:defRPr sz="3200"/>
            </a:lvl1pPr>
          </a:lstStyle>
          <a:p>
            <a:pPr rtl="0"/>
            <a:r>
              <a:rPr lang="en-US" noProof="0"/>
              <a:t>Click to edit Master title style</a:t>
            </a:r>
            <a:endParaRPr lang="en-GB" noProof="0"/>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en-GB" noProof="0"/>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US" noProof="0"/>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rtlCol="0"/>
          <a:lstStyle/>
          <a:p>
            <a:pPr rtl="0"/>
            <a:r>
              <a:rPr lang="en-GB" dirty="0"/>
              <a:t>10/11/2025</a:t>
            </a:r>
            <a:endParaRPr lang="en-GB" noProof="0" dirty="0"/>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rtlCol="0"/>
          <a:lstStyle/>
          <a:p>
            <a:pPr rtl="0"/>
            <a:r>
              <a:rPr lang="en-GB" noProof="0"/>
              <a:t>Presentation Title</a:t>
            </a:r>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rtlCol="0"/>
          <a:lstStyle/>
          <a:p>
            <a:pPr rtl="0"/>
            <a:fld id="{D8DA9DAA-006C-4F4B-980E-E3DF019B24E2}" type="slidenum">
              <a:rPr lang="en-GB" noProof="0" smtClean="0"/>
              <a:t>‹#›</a:t>
            </a:fld>
            <a:endParaRPr lang="en-GB" noProof="0"/>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775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pPr rtl="0"/>
            <a:r>
              <a:rPr lang="en-GB" dirty="0"/>
              <a:t>10/11/2025</a:t>
            </a:r>
            <a:endParaRPr lang="en-GB" noProof="0"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pPr rtl="0"/>
            <a:r>
              <a:rPr lang="en-GB" noProof="0" dirty="0"/>
              <a:t>Presentation Title</a:t>
            </a:r>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pPr rtl="0"/>
            <a:fld id="{D8DA9DAA-006C-4F4B-980E-E3DF019B24E2}" type="slidenum">
              <a:rPr lang="en-GB" noProof="0" smtClean="0"/>
              <a:t>‹#›</a:t>
            </a:fld>
            <a:endParaRPr lang="en-GB" noProof="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697" r:id="rId1"/>
    <p:sldLayoutId id="2147483708" r:id="rId2"/>
    <p:sldLayoutId id="2147483717" r:id="rId3"/>
    <p:sldLayoutId id="2147483710" r:id="rId4"/>
    <p:sldLayoutId id="2147483709" r:id="rId5"/>
    <p:sldLayoutId id="2147483698" r:id="rId6"/>
    <p:sldLayoutId id="2147483713" r:id="rId7"/>
    <p:sldLayoutId id="2147483712" r:id="rId8"/>
    <p:sldLayoutId id="2147483700" r:id="rId9"/>
    <p:sldLayoutId id="2147483701" r:id="rId10"/>
    <p:sldLayoutId id="2147483716" r:id="rId11"/>
    <p:sldLayoutId id="2147483714" r:id="rId12"/>
    <p:sldLayoutId id="2147483715" r:id="rId13"/>
    <p:sldLayoutId id="2147483702" r:id="rId14"/>
    <p:sldLayoutId id="2147483703" r:id="rId15"/>
    <p:sldLayoutId id="2147483704" r:id="rId16"/>
    <p:sldLayoutId id="2147483705" r:id="rId17"/>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docs.google.com/document/u/0/d/e/2PACX-1vS489KYQ5hr0YDJhYL740xQqKo7pW6tz0tVX5QXXp8r4u5CIFswlu7e6YT-bk05oRR2diVM9DzmzPIw/pub?embedded=true&amp;pli=1#h.6ugdhc7iwuaa" TargetMode="Externa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2.jpe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8923" y="585216"/>
            <a:ext cx="7121652" cy="1797037"/>
          </a:xfrm>
        </p:spPr>
        <p:txBody>
          <a:bodyPr rtlCol="0">
            <a:normAutofit/>
          </a:bodyPr>
          <a:lstStyle/>
          <a:p>
            <a:r>
              <a:rPr lang="en-GB" sz="3100" dirty="0"/>
              <a:t>Uk Poverty and inequality trends 1969 - 2017 :</a:t>
            </a:r>
            <a:br>
              <a:rPr lang="en-GB" sz="3100" dirty="0"/>
            </a:br>
            <a:r>
              <a:rPr lang="en-GB" sz="3100" dirty="0"/>
              <a:t>Insights from the world bank pip dataset</a:t>
            </a:r>
            <a:endParaRPr lang="en-GB" sz="4000" dirty="0"/>
          </a:p>
        </p:txBody>
      </p:sp>
      <p:sp>
        <p:nvSpPr>
          <p:cNvPr id="3" name="Subtitle 2">
            <a:extLst>
              <a:ext uri="{FF2B5EF4-FFF2-40B4-BE49-F238E27FC236}">
                <a16:creationId xmlns:a16="http://schemas.microsoft.com/office/drawing/2014/main" id="{A5F14073-9F68-4B7E-A576-26899D58C7A9}"/>
              </a:ext>
            </a:extLst>
          </p:cNvPr>
          <p:cNvSpPr>
            <a:spLocks noGrp="1"/>
          </p:cNvSpPr>
          <p:nvPr>
            <p:ph type="subTitle" idx="1"/>
          </p:nvPr>
        </p:nvSpPr>
        <p:spPr>
          <a:xfrm>
            <a:off x="1438275" y="3614165"/>
            <a:ext cx="9372981" cy="1557909"/>
          </a:xfrm>
        </p:spPr>
        <p:txBody>
          <a:bodyPr rtlCol="0">
            <a:normAutofit fontScale="92500" lnSpcReduction="10000"/>
          </a:bodyPr>
          <a:lstStyle/>
          <a:p>
            <a:pPr algn="l"/>
            <a:r>
              <a:rPr lang="en-GB" spc="400" dirty="0"/>
              <a:t>Source: </a:t>
            </a:r>
          </a:p>
          <a:p>
            <a:pPr algn="l"/>
            <a:r>
              <a:rPr lang="en-GB" spc="400" dirty="0"/>
              <a:t>The World Bank Poverty and Inequality Platform (PIP) Dataset</a:t>
            </a:r>
            <a:br>
              <a:rPr lang="en-GB" spc="400" dirty="0"/>
            </a:br>
            <a:endParaRPr lang="en-GB" sz="2000" dirty="0">
              <a:solidFill>
                <a:schemeClr val="bg1"/>
              </a:solidFill>
            </a:endParaRPr>
          </a:p>
          <a:p>
            <a:pPr algn="l" rtl="0"/>
            <a:r>
              <a:rPr lang="en-GB" sz="2000" dirty="0">
                <a:solidFill>
                  <a:schemeClr val="bg1"/>
                </a:solidFill>
              </a:rPr>
              <a:t>Author: Teresa McGarry</a:t>
            </a:r>
          </a:p>
          <a:p>
            <a:pPr rtl="0"/>
            <a:endParaRPr lang="en-GB" dirty="0"/>
          </a:p>
        </p:txBody>
      </p:sp>
      <p:pic>
        <p:nvPicPr>
          <p:cNvPr id="7" name="Picture 6">
            <a:extLst>
              <a:ext uri="{FF2B5EF4-FFF2-40B4-BE49-F238E27FC236}">
                <a16:creationId xmlns:a16="http://schemas.microsoft.com/office/drawing/2014/main" id="{7CF5D5C0-F2BB-A8BB-F92F-CCE4BCB6EC39}"/>
              </a:ext>
            </a:extLst>
          </p:cNvPr>
          <p:cNvPicPr>
            <a:picLocks noChangeAspect="1"/>
          </p:cNvPicPr>
          <p:nvPr/>
        </p:nvPicPr>
        <p:blipFill>
          <a:blip r:embed="rId3"/>
          <a:stretch>
            <a:fillRect/>
          </a:stretch>
        </p:blipFill>
        <p:spPr>
          <a:xfrm>
            <a:off x="1438275" y="5784775"/>
            <a:ext cx="2419688" cy="619211"/>
          </a:xfrm>
          <a:prstGeom prst="rect">
            <a:avLst/>
          </a:prstGeom>
        </p:spPr>
      </p:pic>
      <p:sp>
        <p:nvSpPr>
          <p:cNvPr id="6" name="TextBox 5">
            <a:extLst>
              <a:ext uri="{FF2B5EF4-FFF2-40B4-BE49-F238E27FC236}">
                <a16:creationId xmlns:a16="http://schemas.microsoft.com/office/drawing/2014/main" id="{70A9EF64-AC24-EB0D-DFFB-44D8B594CB24}"/>
              </a:ext>
            </a:extLst>
          </p:cNvPr>
          <p:cNvSpPr txBox="1"/>
          <p:nvPr/>
        </p:nvSpPr>
        <p:spPr>
          <a:xfrm>
            <a:off x="1438275" y="6403986"/>
            <a:ext cx="3618634" cy="369332"/>
          </a:xfrm>
          <a:prstGeom prst="rect">
            <a:avLst/>
          </a:prstGeom>
          <a:noFill/>
        </p:spPr>
        <p:txBody>
          <a:bodyPr wrap="square">
            <a:spAutoFit/>
          </a:bodyPr>
          <a:lstStyle/>
          <a:p>
            <a:r>
              <a:rPr lang="en-GB" dirty="0">
                <a:solidFill>
                  <a:schemeClr val="bg1"/>
                </a:solidFill>
              </a:rPr>
              <a:t>https://pip.worldbank.org/home</a:t>
            </a:r>
          </a:p>
        </p:txBody>
      </p:sp>
    </p:spTree>
    <p:extLst>
      <p:ext uri="{BB962C8B-B14F-4D97-AF65-F5344CB8AC3E}">
        <p14:creationId xmlns:p14="http://schemas.microsoft.com/office/powerpoint/2010/main" val="114769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B4F66-7D43-AFD1-CAB0-DCF852BF25E3}"/>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8AC25F5D-36E4-B63A-5C23-984E0992B17E}"/>
              </a:ext>
            </a:extLst>
          </p:cNvPr>
          <p:cNvSpPr>
            <a:spLocks noGrp="1"/>
          </p:cNvSpPr>
          <p:nvPr>
            <p:ph type="dt" sz="half" idx="10"/>
          </p:nvPr>
        </p:nvSpPr>
        <p:spPr/>
        <p:txBody>
          <a:bodyPr/>
          <a:lstStyle/>
          <a:p>
            <a:pPr rtl="0"/>
            <a:r>
              <a:rPr lang="en-GB" noProof="0"/>
              <a:t>9/3/20XX</a:t>
            </a:r>
          </a:p>
        </p:txBody>
      </p:sp>
      <p:sp>
        <p:nvSpPr>
          <p:cNvPr id="4" name="Footer Placeholder 3">
            <a:extLst>
              <a:ext uri="{FF2B5EF4-FFF2-40B4-BE49-F238E27FC236}">
                <a16:creationId xmlns:a16="http://schemas.microsoft.com/office/drawing/2014/main" id="{4209C013-0FC3-1D9F-ACBF-1A9D6B9F6633}"/>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36A88E59-2C91-537C-A320-F05CFB8D2477}"/>
              </a:ext>
            </a:extLst>
          </p:cNvPr>
          <p:cNvSpPr>
            <a:spLocks noGrp="1"/>
          </p:cNvSpPr>
          <p:nvPr>
            <p:ph type="sldNum" sz="quarter" idx="12"/>
          </p:nvPr>
        </p:nvSpPr>
        <p:spPr/>
        <p:txBody>
          <a:bodyPr/>
          <a:lstStyle/>
          <a:p>
            <a:pPr rtl="0"/>
            <a:fld id="{D8DA9DAA-006C-4F4B-980E-E3DF019B24E2}" type="slidenum">
              <a:rPr lang="en-GB" noProof="0" smtClean="0"/>
              <a:t>2</a:t>
            </a:fld>
            <a:endParaRPr lang="en-GB" noProof="0"/>
          </a:p>
        </p:txBody>
      </p:sp>
      <p:sp>
        <p:nvSpPr>
          <p:cNvPr id="7" name="TextBox 6">
            <a:extLst>
              <a:ext uri="{FF2B5EF4-FFF2-40B4-BE49-F238E27FC236}">
                <a16:creationId xmlns:a16="http://schemas.microsoft.com/office/drawing/2014/main" id="{D884425A-80F1-60E6-9283-1707DEBB9733}"/>
              </a:ext>
            </a:extLst>
          </p:cNvPr>
          <p:cNvSpPr txBox="1"/>
          <p:nvPr/>
        </p:nvSpPr>
        <p:spPr>
          <a:xfrm>
            <a:off x="933450" y="1814671"/>
            <a:ext cx="10353675" cy="2800767"/>
          </a:xfrm>
          <a:prstGeom prst="rect">
            <a:avLst/>
          </a:prstGeom>
          <a:noFill/>
        </p:spPr>
        <p:txBody>
          <a:bodyPr wrap="square">
            <a:spAutoFit/>
          </a:bodyPr>
          <a:lstStyle/>
          <a:p>
            <a:pPr algn="l">
              <a:buNone/>
            </a:pPr>
            <a:r>
              <a:rPr lang="en-GB" sz="3200" b="0" i="0" dirty="0">
                <a:solidFill>
                  <a:srgbClr val="000000"/>
                </a:solidFill>
                <a:effectLst/>
                <a:latin typeface="Montserrat" panose="00000500000000000000" pitchFamily="2" charset="0"/>
              </a:rPr>
              <a:t>Individual formative assignment</a:t>
            </a:r>
            <a:r>
              <a:rPr lang="en-GB" sz="3200" b="0" i="0" u="none" strike="noStrike" dirty="0">
                <a:solidFill>
                  <a:srgbClr val="000000"/>
                </a:solidFill>
                <a:effectLst/>
                <a:latin typeface="Montserrat" panose="00000500000000000000" pitchFamily="2" charset="0"/>
              </a:rPr>
              <a:t> Outcomes</a:t>
            </a:r>
            <a:endParaRPr lang="en-GB" sz="3200" b="1" i="0" dirty="0">
              <a:solidFill>
                <a:srgbClr val="000000"/>
              </a:solidFill>
              <a:effectLst/>
              <a:latin typeface="Arial" panose="020B0604020202020204" pitchFamily="34" charset="0"/>
            </a:endParaRPr>
          </a:p>
          <a:p>
            <a:pPr marL="457200" algn="l">
              <a:buFont typeface="Arial" panose="020B0604020202020204" pitchFamily="34" charset="0"/>
              <a:buChar char="•"/>
            </a:pPr>
            <a:r>
              <a:rPr lang="en-GB" sz="1800" b="0" i="0" u="none" strike="noStrike" dirty="0">
                <a:solidFill>
                  <a:srgbClr val="000000"/>
                </a:solidFill>
                <a:effectLst/>
                <a:latin typeface="Montserrat" panose="00000500000000000000" pitchFamily="2" charset="0"/>
              </a:rPr>
              <a:t>Design and implement an ETL pipeline using Python.</a:t>
            </a:r>
            <a:endParaRPr lang="en-GB" sz="1600" b="0" i="0" dirty="0">
              <a:solidFill>
                <a:srgbClr val="000000"/>
              </a:solidFill>
              <a:effectLst/>
              <a:latin typeface="Arial" panose="020B0604020202020204" pitchFamily="34" charset="0"/>
            </a:endParaRPr>
          </a:p>
          <a:p>
            <a:pPr marL="457200" algn="l">
              <a:buFont typeface="Arial" panose="020B0604020202020204" pitchFamily="34" charset="0"/>
              <a:buChar char="•"/>
            </a:pPr>
            <a:r>
              <a:rPr lang="en-GB" sz="1800" b="0" i="0" u="none" strike="noStrike" dirty="0">
                <a:solidFill>
                  <a:srgbClr val="000000"/>
                </a:solidFill>
                <a:effectLst/>
                <a:latin typeface="Montserrat" panose="00000500000000000000" pitchFamily="2" charset="0"/>
              </a:rPr>
              <a:t>Visualise data using Matplotlib, Seaborn, and </a:t>
            </a:r>
            <a:r>
              <a:rPr lang="en-GB" sz="1800" b="0" i="0" u="none" strike="noStrike" dirty="0" err="1">
                <a:solidFill>
                  <a:srgbClr val="000000"/>
                </a:solidFill>
                <a:effectLst/>
                <a:latin typeface="Montserrat" panose="00000500000000000000" pitchFamily="2" charset="0"/>
              </a:rPr>
              <a:t>Plotly</a:t>
            </a:r>
            <a:r>
              <a:rPr lang="en-GB" sz="1800" b="0" i="0" u="none" strike="noStrike" dirty="0">
                <a:solidFill>
                  <a:srgbClr val="000000"/>
                </a:solidFill>
                <a:effectLst/>
                <a:latin typeface="Montserrat" panose="00000500000000000000" pitchFamily="2" charset="0"/>
              </a:rPr>
              <a:t>.</a:t>
            </a:r>
            <a:endParaRPr lang="en-GB" sz="1600" b="0" i="0" dirty="0">
              <a:solidFill>
                <a:srgbClr val="000000"/>
              </a:solidFill>
              <a:effectLst/>
              <a:latin typeface="Arial" panose="020B0604020202020204" pitchFamily="34" charset="0"/>
            </a:endParaRPr>
          </a:p>
          <a:p>
            <a:pPr marL="457200" algn="l">
              <a:buFont typeface="Arial" panose="020B0604020202020204" pitchFamily="34" charset="0"/>
              <a:buChar char="•"/>
            </a:pPr>
            <a:r>
              <a:rPr lang="en-GB" sz="1800" b="0" i="0" dirty="0">
                <a:solidFill>
                  <a:srgbClr val="000000"/>
                </a:solidFill>
                <a:effectLst/>
                <a:latin typeface="Montserrat" panose="00000500000000000000" pitchFamily="2" charset="0"/>
              </a:rPr>
              <a:t>Adhere to the key </a:t>
            </a:r>
            <a:r>
              <a:rPr lang="en-GB" sz="1800" b="0" i="0" u="sng" dirty="0">
                <a:solidFill>
                  <a:srgbClr val="1155CC"/>
                </a:solidFill>
                <a:effectLst/>
                <a:latin typeface="Montserrat" panose="00000500000000000000" pitchFamily="2" charset="0"/>
                <a:hlinkClick r:id="rId2"/>
              </a:rPr>
              <a:t>milestones and deliverables</a:t>
            </a:r>
            <a:r>
              <a:rPr lang="en-GB" sz="1800" b="0" i="0" u="none" strike="noStrike" dirty="0">
                <a:solidFill>
                  <a:srgbClr val="000000"/>
                </a:solidFill>
                <a:effectLst/>
                <a:latin typeface="Montserrat" panose="00000500000000000000" pitchFamily="2" charset="0"/>
              </a:rPr>
              <a:t>.</a:t>
            </a:r>
            <a:endParaRPr lang="en-GB" sz="1600" b="0" i="0" dirty="0">
              <a:solidFill>
                <a:srgbClr val="000000"/>
              </a:solidFill>
              <a:effectLst/>
              <a:latin typeface="Arial" panose="020B0604020202020204" pitchFamily="34" charset="0"/>
            </a:endParaRPr>
          </a:p>
          <a:p>
            <a:pPr marL="457200" algn="l">
              <a:buFont typeface="Arial" panose="020B0604020202020204" pitchFamily="34" charset="0"/>
              <a:buChar char="•"/>
            </a:pPr>
            <a:r>
              <a:rPr lang="en-GB" sz="1800" b="0" i="0" u="none" strike="noStrike" dirty="0">
                <a:solidFill>
                  <a:srgbClr val="000000"/>
                </a:solidFill>
                <a:effectLst/>
                <a:latin typeface="Montserrat" panose="00000500000000000000" pitchFamily="2" charset="0"/>
              </a:rPr>
              <a:t>Maximise future maintainability through documentation, code structure, and organisation.</a:t>
            </a:r>
            <a:endParaRPr lang="en-GB" sz="1600" b="0" i="0" dirty="0">
              <a:solidFill>
                <a:srgbClr val="000000"/>
              </a:solidFill>
              <a:effectLst/>
              <a:latin typeface="Arial" panose="020B0604020202020204" pitchFamily="34" charset="0"/>
            </a:endParaRPr>
          </a:p>
          <a:p>
            <a:pPr marL="457200" algn="l">
              <a:buFont typeface="Arial" panose="020B0604020202020204" pitchFamily="34" charset="0"/>
              <a:buChar char="•"/>
            </a:pPr>
            <a:r>
              <a:rPr lang="en-GB" sz="1800" b="0" i="0" u="none" strike="noStrike" dirty="0">
                <a:solidFill>
                  <a:srgbClr val="000000"/>
                </a:solidFill>
                <a:effectLst/>
                <a:latin typeface="Montserrat" panose="00000500000000000000" pitchFamily="2" charset="0"/>
              </a:rPr>
              <a:t>Document and present the project process and outcomes.</a:t>
            </a:r>
            <a:endParaRPr lang="en-GB" sz="1600" b="0" i="0" dirty="0">
              <a:solidFill>
                <a:srgbClr val="000000"/>
              </a:solidFill>
              <a:effectLst/>
              <a:latin typeface="Arial" panose="020B0604020202020204" pitchFamily="34" charset="0"/>
            </a:endParaRPr>
          </a:p>
          <a:p>
            <a:pPr marL="457200" algn="l">
              <a:buFont typeface="Arial" panose="020B0604020202020204" pitchFamily="34" charset="0"/>
              <a:buChar char="•"/>
            </a:pPr>
            <a:r>
              <a:rPr lang="en-GB" sz="1800" b="0" i="0" u="none" strike="noStrike" dirty="0">
                <a:solidFill>
                  <a:srgbClr val="000000"/>
                </a:solidFill>
                <a:effectLst/>
                <a:latin typeface="Montserrat" panose="00000500000000000000" pitchFamily="2" charset="0"/>
              </a:rPr>
              <a:t>Demonstrate and document the development process through a version control system such as GitHub.</a:t>
            </a:r>
            <a:endParaRPr lang="en-GB" sz="1600"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710091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15FF41-AFA4-4D25-AB42-AB034F4B4FEC}"/>
              </a:ext>
            </a:extLst>
          </p:cNvPr>
          <p:cNvSpPr>
            <a:spLocks noGrp="1"/>
          </p:cNvSpPr>
          <p:nvPr>
            <p:ph type="title"/>
          </p:nvPr>
        </p:nvSpPr>
        <p:spPr>
          <a:xfrm>
            <a:off x="576072" y="365125"/>
            <a:ext cx="10771632" cy="1325563"/>
          </a:xfrm>
        </p:spPr>
        <p:txBody>
          <a:bodyPr rtlCol="0" anchor="ctr">
            <a:normAutofit/>
          </a:bodyPr>
          <a:lstStyle/>
          <a:p>
            <a:pPr rtl="0"/>
            <a:r>
              <a:rPr lang="en-GB"/>
              <a:t>Introduction</a:t>
            </a:r>
          </a:p>
        </p:txBody>
      </p:sp>
      <p:pic>
        <p:nvPicPr>
          <p:cNvPr id="8" name="Picture Placeholder 7">
            <a:extLst>
              <a:ext uri="{FF2B5EF4-FFF2-40B4-BE49-F238E27FC236}">
                <a16:creationId xmlns:a16="http://schemas.microsoft.com/office/drawing/2014/main" id="{B53D1AAB-32B2-4F04-828F-AB1C758AF004}"/>
              </a:ext>
            </a:extLst>
          </p:cNvPr>
          <p:cNvPicPr>
            <a:picLocks noGrp="1" noChangeAspect="1"/>
          </p:cNvPicPr>
          <p:nvPr>
            <p:ph idx="1"/>
          </p:nvPr>
        </p:nvPicPr>
        <p:blipFill>
          <a:blip r:embed="rId3"/>
          <a:srcRect t="15325" b="15325"/>
          <a:stretch>
            <a:fillRect/>
          </a:stretch>
        </p:blipFill>
        <p:spPr>
          <a:xfrm>
            <a:off x="576072" y="1825625"/>
            <a:ext cx="10771632" cy="4351338"/>
          </a:xfrm>
          <a:noFill/>
        </p:spPr>
      </p:pic>
      <p:sp>
        <p:nvSpPr>
          <p:cNvPr id="9" name="Date Placeholder 8">
            <a:extLst>
              <a:ext uri="{FF2B5EF4-FFF2-40B4-BE49-F238E27FC236}">
                <a16:creationId xmlns:a16="http://schemas.microsoft.com/office/drawing/2014/main" id="{D45C472E-4078-40A0-83A2-652E8356EDCB}"/>
              </a:ext>
            </a:extLst>
          </p:cNvPr>
          <p:cNvSpPr>
            <a:spLocks noGrp="1"/>
          </p:cNvSpPr>
          <p:nvPr>
            <p:ph type="dt" sz="half" idx="10"/>
          </p:nvPr>
        </p:nvSpPr>
        <p:spPr>
          <a:xfrm>
            <a:off x="658368" y="6356350"/>
            <a:ext cx="2743200" cy="365125"/>
          </a:xfrm>
        </p:spPr>
        <p:txBody>
          <a:bodyPr rtlCol="0" anchor="ctr">
            <a:normAutofit/>
          </a:bodyPr>
          <a:lstStyle/>
          <a:p>
            <a:pPr rtl="0">
              <a:spcAft>
                <a:spcPts val="600"/>
              </a:spcAft>
            </a:pPr>
            <a:r>
              <a:rPr lang="en-GB" dirty="0"/>
              <a:t>10/11/2025</a:t>
            </a:r>
          </a:p>
        </p:txBody>
      </p:sp>
      <p:sp>
        <p:nvSpPr>
          <p:cNvPr id="11" name="Slide Number Placeholder 10">
            <a:extLst>
              <a:ext uri="{FF2B5EF4-FFF2-40B4-BE49-F238E27FC236}">
                <a16:creationId xmlns:a16="http://schemas.microsoft.com/office/drawing/2014/main" id="{56AE2454-CE9A-4A6B-AB5A-349E0D967654}"/>
              </a:ext>
            </a:extLst>
          </p:cNvPr>
          <p:cNvSpPr>
            <a:spLocks noGrp="1"/>
          </p:cNvSpPr>
          <p:nvPr>
            <p:ph type="sldNum" sz="quarter" idx="12"/>
          </p:nvPr>
        </p:nvSpPr>
        <p:spPr>
          <a:xfrm>
            <a:off x="8610600" y="6356350"/>
            <a:ext cx="2743200" cy="365125"/>
          </a:xfrm>
        </p:spPr>
        <p:txBody>
          <a:bodyPr rtlCol="0" anchor="ctr">
            <a:normAutofit/>
          </a:bodyPr>
          <a:lstStyle/>
          <a:p>
            <a:pPr rtl="0">
              <a:spcAft>
                <a:spcPts val="600"/>
              </a:spcAft>
            </a:pPr>
            <a:fld id="{D8DA9DAA-006C-4F4B-980E-E3DF019B24E2}" type="slidenum">
              <a:rPr lang="en-GB" smtClean="0"/>
              <a:pPr rtl="0">
                <a:spcAft>
                  <a:spcPts val="600"/>
                </a:spcAft>
              </a:pPr>
              <a:t>3</a:t>
            </a:fld>
            <a:endParaRPr lang="en-GB"/>
          </a:p>
        </p:txBody>
      </p:sp>
    </p:spTree>
    <p:extLst>
      <p:ext uri="{BB962C8B-B14F-4D97-AF65-F5344CB8AC3E}">
        <p14:creationId xmlns:p14="http://schemas.microsoft.com/office/powerpoint/2010/main" val="365334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4C3CB-EF59-9C59-A52F-091F132E106F}"/>
              </a:ext>
            </a:extLst>
          </p:cNvPr>
          <p:cNvSpPr>
            <a:spLocks noGrp="1"/>
          </p:cNvSpPr>
          <p:nvPr>
            <p:ph type="title"/>
          </p:nvPr>
        </p:nvSpPr>
        <p:spPr/>
        <p:txBody>
          <a:bodyPr/>
          <a:lstStyle/>
          <a:p>
            <a:r>
              <a:rPr lang="en-GB" dirty="0"/>
              <a:t>Poverty in the UK</a:t>
            </a:r>
          </a:p>
        </p:txBody>
      </p:sp>
      <p:sp>
        <p:nvSpPr>
          <p:cNvPr id="3" name="Date Placeholder 2">
            <a:extLst>
              <a:ext uri="{FF2B5EF4-FFF2-40B4-BE49-F238E27FC236}">
                <a16:creationId xmlns:a16="http://schemas.microsoft.com/office/drawing/2014/main" id="{90AF432D-B8C3-2515-174F-6B049BE2D408}"/>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5805A370-C3DD-E6C3-852D-84FD573B30AC}"/>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61FF4619-DDC3-F57F-38C1-9C5AA5C487C0}"/>
              </a:ext>
            </a:extLst>
          </p:cNvPr>
          <p:cNvSpPr>
            <a:spLocks noGrp="1"/>
          </p:cNvSpPr>
          <p:nvPr>
            <p:ph type="sldNum" sz="quarter" idx="12"/>
          </p:nvPr>
        </p:nvSpPr>
        <p:spPr/>
        <p:txBody>
          <a:bodyPr/>
          <a:lstStyle/>
          <a:p>
            <a:pPr rtl="0"/>
            <a:fld id="{D8DA9DAA-006C-4F4B-980E-E3DF019B24E2}" type="slidenum">
              <a:rPr lang="en-GB" noProof="0" smtClean="0"/>
              <a:t>4</a:t>
            </a:fld>
            <a:endParaRPr lang="en-GB" noProof="0"/>
          </a:p>
        </p:txBody>
      </p:sp>
      <p:pic>
        <p:nvPicPr>
          <p:cNvPr id="21" name="Picture 20">
            <a:extLst>
              <a:ext uri="{FF2B5EF4-FFF2-40B4-BE49-F238E27FC236}">
                <a16:creationId xmlns:a16="http://schemas.microsoft.com/office/drawing/2014/main" id="{F850D74C-A606-E607-F75E-EEB437499419}"/>
              </a:ext>
            </a:extLst>
          </p:cNvPr>
          <p:cNvPicPr>
            <a:picLocks noChangeAspect="1"/>
          </p:cNvPicPr>
          <p:nvPr/>
        </p:nvPicPr>
        <p:blipFill>
          <a:blip r:embed="rId2"/>
          <a:stretch>
            <a:fillRect/>
          </a:stretch>
        </p:blipFill>
        <p:spPr>
          <a:xfrm>
            <a:off x="950809" y="1424364"/>
            <a:ext cx="6426553" cy="4284369"/>
          </a:xfrm>
          <a:prstGeom prst="rect">
            <a:avLst/>
          </a:prstGeom>
        </p:spPr>
      </p:pic>
    </p:spTree>
    <p:extLst>
      <p:ext uri="{BB962C8B-B14F-4D97-AF65-F5344CB8AC3E}">
        <p14:creationId xmlns:p14="http://schemas.microsoft.com/office/powerpoint/2010/main" val="1970651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1F386-2792-E1B5-7A78-0D4E04F26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0D6F6-AF0F-1840-7776-2B589A46CE4A}"/>
              </a:ext>
            </a:extLst>
          </p:cNvPr>
          <p:cNvSpPr>
            <a:spLocks noGrp="1"/>
          </p:cNvSpPr>
          <p:nvPr>
            <p:ph type="title"/>
          </p:nvPr>
        </p:nvSpPr>
        <p:spPr/>
        <p:txBody>
          <a:bodyPr/>
          <a:lstStyle/>
          <a:p>
            <a:r>
              <a:rPr lang="en-GB" dirty="0"/>
              <a:t>The PIP dataset</a:t>
            </a:r>
          </a:p>
        </p:txBody>
      </p:sp>
      <p:sp>
        <p:nvSpPr>
          <p:cNvPr id="3" name="Date Placeholder 2">
            <a:extLst>
              <a:ext uri="{FF2B5EF4-FFF2-40B4-BE49-F238E27FC236}">
                <a16:creationId xmlns:a16="http://schemas.microsoft.com/office/drawing/2014/main" id="{199E5F66-85CC-1558-4AA1-9738B89EA423}"/>
              </a:ext>
            </a:extLst>
          </p:cNvPr>
          <p:cNvSpPr>
            <a:spLocks noGrp="1"/>
          </p:cNvSpPr>
          <p:nvPr>
            <p:ph type="dt" sz="half" idx="10"/>
          </p:nvPr>
        </p:nvSpPr>
        <p:spPr/>
        <p:txBody>
          <a:bodyPr/>
          <a:lstStyle/>
          <a:p>
            <a:pPr rtl="0"/>
            <a:r>
              <a:rPr lang="en-GB" noProof="0"/>
              <a:t>9/3/20XX</a:t>
            </a:r>
          </a:p>
        </p:txBody>
      </p:sp>
      <p:sp>
        <p:nvSpPr>
          <p:cNvPr id="4" name="Footer Placeholder 3">
            <a:extLst>
              <a:ext uri="{FF2B5EF4-FFF2-40B4-BE49-F238E27FC236}">
                <a16:creationId xmlns:a16="http://schemas.microsoft.com/office/drawing/2014/main" id="{5A5F7AA0-7E56-D353-8358-72730B1D36C5}"/>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15C64669-BA45-4EFB-EB1C-0B387A2CDE76}"/>
              </a:ext>
            </a:extLst>
          </p:cNvPr>
          <p:cNvSpPr>
            <a:spLocks noGrp="1"/>
          </p:cNvSpPr>
          <p:nvPr>
            <p:ph type="sldNum" sz="quarter" idx="12"/>
          </p:nvPr>
        </p:nvSpPr>
        <p:spPr/>
        <p:txBody>
          <a:bodyPr/>
          <a:lstStyle/>
          <a:p>
            <a:pPr rtl="0"/>
            <a:fld id="{D8DA9DAA-006C-4F4B-980E-E3DF019B24E2}" type="slidenum">
              <a:rPr lang="en-GB" noProof="0" smtClean="0"/>
              <a:t>5</a:t>
            </a:fld>
            <a:endParaRPr lang="en-GB" noProof="0"/>
          </a:p>
        </p:txBody>
      </p:sp>
      <p:sp>
        <p:nvSpPr>
          <p:cNvPr id="14" name="TextBox 13">
            <a:extLst>
              <a:ext uri="{FF2B5EF4-FFF2-40B4-BE49-F238E27FC236}">
                <a16:creationId xmlns:a16="http://schemas.microsoft.com/office/drawing/2014/main" id="{D8E86D35-8087-DFF7-51AB-3C46605DE411}"/>
              </a:ext>
            </a:extLst>
          </p:cNvPr>
          <p:cNvSpPr txBox="1"/>
          <p:nvPr/>
        </p:nvSpPr>
        <p:spPr>
          <a:xfrm>
            <a:off x="1003611" y="1690688"/>
            <a:ext cx="7716644" cy="4801314"/>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en-GB" dirty="0"/>
              <a:t>The PIP dataset provides </a:t>
            </a:r>
            <a:r>
              <a:rPr lang="en-US" altLang="en-US" b="1" dirty="0">
                <a:latin typeface="Arial" panose="020B0604020202020204" pitchFamily="34" charset="0"/>
              </a:rPr>
              <a:t>harmonized poverty and inequality measures</a:t>
            </a:r>
            <a:r>
              <a:rPr lang="en-US" altLang="en-US" dirty="0">
                <a:latin typeface="Arial" panose="020B0604020202020204" pitchFamily="34" charset="0"/>
              </a:rPr>
              <a:t> across countries and time. Using it ensures that UK trends can be </a:t>
            </a:r>
            <a:r>
              <a:rPr lang="en-US" altLang="en-US" b="1" dirty="0">
                <a:latin typeface="Arial" panose="020B0604020202020204" pitchFamily="34" charset="0"/>
              </a:rPr>
              <a:t>benchmarked against:</a:t>
            </a:r>
          </a:p>
          <a:p>
            <a:pPr marL="742950" lvl="1"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International income standards: </a:t>
            </a:r>
            <a:r>
              <a:rPr lang="en-US" altLang="en-US" dirty="0">
                <a:latin typeface="Arial" panose="020B0604020202020204" pitchFamily="34" charset="0"/>
              </a:rPr>
              <a:t>$2.15/day, poverty lines</a:t>
            </a:r>
          </a:p>
          <a:p>
            <a:pPr marL="742950" lvl="1"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Lower middle income</a:t>
            </a:r>
            <a:r>
              <a:rPr lang="en-US" altLang="en-US" dirty="0">
                <a:latin typeface="Arial" panose="020B0604020202020204" pitchFamily="34" charset="0"/>
              </a:rPr>
              <a:t>: $3.65/day, poverty lines</a:t>
            </a:r>
          </a:p>
          <a:p>
            <a:pPr marL="742950" lvl="1"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Upper-middle income: </a:t>
            </a:r>
            <a:r>
              <a:rPr lang="en-US" altLang="en-US" dirty="0">
                <a:latin typeface="Arial" panose="020B0604020202020204" pitchFamily="34" charset="0"/>
              </a:rPr>
              <a:t>$6.85/day poverty lines).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The dataset provides consistent time-series data (1967 – present) allowing tracking of decades of poverty dynamics</a:t>
            </a:r>
          </a:p>
          <a:p>
            <a:pPr lvl="0" eaLnBrk="0" fontAlgn="base" hangingPunct="0">
              <a:spcBef>
                <a:spcPct val="0"/>
              </a:spcBef>
              <a:spcAft>
                <a:spcPct val="0"/>
              </a:spcAft>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For the UK this is especially important since extreme poverty (international line) is rare, but relative poverty remains an issue</a:t>
            </a:r>
            <a:br>
              <a:rPr lang="en-US" altLang="en-US" dirty="0">
                <a:latin typeface="Arial" panose="020B0604020202020204" pitchFamily="34" charset="0"/>
              </a:rPr>
            </a:b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In a high-income country like the UK, the </a:t>
            </a:r>
            <a:r>
              <a:rPr lang="en-US" altLang="en-US" b="1" dirty="0">
                <a:latin typeface="Arial" panose="020B0604020202020204" pitchFamily="34" charset="0"/>
              </a:rPr>
              <a:t>upper-middle income poverty line ($6.85/day) </a:t>
            </a:r>
            <a:r>
              <a:rPr lang="en-US" altLang="en-US" dirty="0">
                <a:latin typeface="Arial" panose="020B0604020202020204" pitchFamily="34" charset="0"/>
              </a:rPr>
              <a:t>is the most appropriate one to review  </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lvl="0" eaLnBrk="0" fontAlgn="base" hangingPunct="0">
              <a:spcBef>
                <a:spcPct val="0"/>
              </a:spcBef>
              <a:spcAft>
                <a:spcPct val="0"/>
              </a:spcAft>
            </a:pPr>
            <a:endParaRPr lang="en-US" altLang="en-US" dirty="0">
              <a:latin typeface="Arial" panose="020B0604020202020204" pitchFamily="34" charset="0"/>
            </a:endParaRPr>
          </a:p>
        </p:txBody>
      </p:sp>
      <p:graphicFrame>
        <p:nvGraphicFramePr>
          <p:cNvPr id="18" name="Table 17">
            <a:extLst>
              <a:ext uri="{FF2B5EF4-FFF2-40B4-BE49-F238E27FC236}">
                <a16:creationId xmlns:a16="http://schemas.microsoft.com/office/drawing/2014/main" id="{F5DC3A04-0C5E-9DB4-8401-8D66B6AA1111}"/>
              </a:ext>
            </a:extLst>
          </p:cNvPr>
          <p:cNvGraphicFramePr>
            <a:graphicFrameLocks noGrp="1"/>
          </p:cNvGraphicFramePr>
          <p:nvPr/>
        </p:nvGraphicFramePr>
        <p:xfrm>
          <a:off x="8610601" y="3944626"/>
          <a:ext cx="3332672" cy="2037103"/>
        </p:xfrm>
        <a:graphic>
          <a:graphicData uri="http://schemas.openxmlformats.org/drawingml/2006/table">
            <a:tbl>
              <a:tblPr firstRow="1" bandRow="1">
                <a:tableStyleId>{5C22544A-7EE6-4342-B048-85BDC9FD1C3A}</a:tableStyleId>
              </a:tblPr>
              <a:tblGrid>
                <a:gridCol w="716253">
                  <a:extLst>
                    <a:ext uri="{9D8B030D-6E8A-4147-A177-3AD203B41FA5}">
                      <a16:colId xmlns:a16="http://schemas.microsoft.com/office/drawing/2014/main" val="266095692"/>
                    </a:ext>
                  </a:extLst>
                </a:gridCol>
                <a:gridCol w="1596335">
                  <a:extLst>
                    <a:ext uri="{9D8B030D-6E8A-4147-A177-3AD203B41FA5}">
                      <a16:colId xmlns:a16="http://schemas.microsoft.com/office/drawing/2014/main" val="428220020"/>
                    </a:ext>
                  </a:extLst>
                </a:gridCol>
                <a:gridCol w="1020084">
                  <a:extLst>
                    <a:ext uri="{9D8B030D-6E8A-4147-A177-3AD203B41FA5}">
                      <a16:colId xmlns:a16="http://schemas.microsoft.com/office/drawing/2014/main" val="1133780946"/>
                    </a:ext>
                  </a:extLst>
                </a:gridCol>
              </a:tblGrid>
              <a:tr h="326986">
                <a:tc>
                  <a:txBody>
                    <a:bodyPr/>
                    <a:lstStyle/>
                    <a:p>
                      <a:pPr>
                        <a:buNone/>
                      </a:pPr>
                      <a:r>
                        <a:rPr lang="en-GB" sz="900" dirty="0"/>
                        <a:t>Line Colour</a:t>
                      </a:r>
                    </a:p>
                  </a:txBody>
                  <a:tcPr anchor="ctr"/>
                </a:tc>
                <a:tc>
                  <a:txBody>
                    <a:bodyPr/>
                    <a:lstStyle/>
                    <a:p>
                      <a:pPr>
                        <a:buNone/>
                      </a:pPr>
                      <a:r>
                        <a:rPr lang="en-GB" sz="900" dirty="0"/>
                        <a:t>Poverty Line Definition</a:t>
                      </a:r>
                    </a:p>
                  </a:txBody>
                  <a:tcPr anchor="ctr"/>
                </a:tc>
                <a:tc>
                  <a:txBody>
                    <a:bodyPr/>
                    <a:lstStyle/>
                    <a:p>
                      <a:pPr>
                        <a:buNone/>
                      </a:pPr>
                      <a:r>
                        <a:rPr lang="en-GB" sz="900"/>
                        <a:t>Interpretation</a:t>
                      </a:r>
                    </a:p>
                  </a:txBody>
                  <a:tcPr anchor="ctr"/>
                </a:tc>
                <a:extLst>
                  <a:ext uri="{0D108BD9-81ED-4DB2-BD59-A6C34878D82A}">
                    <a16:rowId xmlns:a16="http://schemas.microsoft.com/office/drawing/2014/main" val="4118648837"/>
                  </a:ext>
                </a:extLst>
              </a:tr>
              <a:tr h="452750">
                <a:tc>
                  <a:txBody>
                    <a:bodyPr/>
                    <a:lstStyle/>
                    <a:p>
                      <a:pPr>
                        <a:buNone/>
                      </a:pPr>
                      <a:r>
                        <a:rPr lang="en-GB" sz="900"/>
                        <a:t>🔵 Blue</a:t>
                      </a:r>
                    </a:p>
                  </a:txBody>
                  <a:tcPr anchor="ctr"/>
                </a:tc>
                <a:tc>
                  <a:txBody>
                    <a:bodyPr/>
                    <a:lstStyle/>
                    <a:p>
                      <a:pPr>
                        <a:buNone/>
                      </a:pPr>
                      <a:r>
                        <a:rPr lang="en-GB" sz="900" b="1" dirty="0"/>
                        <a:t>International poverty line</a:t>
                      </a:r>
                      <a:r>
                        <a:rPr lang="en-GB" sz="900" dirty="0"/>
                        <a:t> (e.g., $2.15/day)</a:t>
                      </a:r>
                    </a:p>
                  </a:txBody>
                  <a:tcPr anchor="ctr"/>
                </a:tc>
                <a:tc>
                  <a:txBody>
                    <a:bodyPr/>
                    <a:lstStyle/>
                    <a:p>
                      <a:pPr>
                        <a:buNone/>
                      </a:pPr>
                      <a:r>
                        <a:rPr lang="en-GB" sz="900" dirty="0"/>
                        <a:t>Extreme poverty</a:t>
                      </a:r>
                    </a:p>
                  </a:txBody>
                  <a:tcPr anchor="ctr"/>
                </a:tc>
                <a:extLst>
                  <a:ext uri="{0D108BD9-81ED-4DB2-BD59-A6C34878D82A}">
                    <a16:rowId xmlns:a16="http://schemas.microsoft.com/office/drawing/2014/main" val="2202922484"/>
                  </a:ext>
                </a:extLst>
              </a:tr>
              <a:tr h="578513">
                <a:tc>
                  <a:txBody>
                    <a:bodyPr/>
                    <a:lstStyle/>
                    <a:p>
                      <a:pPr>
                        <a:buNone/>
                      </a:pPr>
                      <a:r>
                        <a:rPr lang="en-GB" sz="900"/>
                        <a:t>🔴 Red</a:t>
                      </a:r>
                    </a:p>
                  </a:txBody>
                  <a:tcPr anchor="ctr"/>
                </a:tc>
                <a:tc>
                  <a:txBody>
                    <a:bodyPr/>
                    <a:lstStyle/>
                    <a:p>
                      <a:pPr>
                        <a:buNone/>
                      </a:pPr>
                      <a:r>
                        <a:rPr lang="en-GB" sz="900" b="1" dirty="0"/>
                        <a:t>Lower-middle-income countries poverty line</a:t>
                      </a:r>
                      <a:r>
                        <a:rPr lang="en-GB" sz="900" dirty="0"/>
                        <a:t> (e.g., $3.65/day)</a:t>
                      </a:r>
                    </a:p>
                  </a:txBody>
                  <a:tcPr anchor="ctr"/>
                </a:tc>
                <a:tc>
                  <a:txBody>
                    <a:bodyPr/>
                    <a:lstStyle/>
                    <a:p>
                      <a:pPr>
                        <a:buNone/>
                      </a:pPr>
                      <a:r>
                        <a:rPr lang="en-GB" sz="900" dirty="0"/>
                        <a:t>Deprivation</a:t>
                      </a:r>
                    </a:p>
                  </a:txBody>
                  <a:tcPr anchor="ctr"/>
                </a:tc>
                <a:extLst>
                  <a:ext uri="{0D108BD9-81ED-4DB2-BD59-A6C34878D82A}">
                    <a16:rowId xmlns:a16="http://schemas.microsoft.com/office/drawing/2014/main" val="2584578210"/>
                  </a:ext>
                </a:extLst>
              </a:tr>
              <a:tr h="578513">
                <a:tc>
                  <a:txBody>
                    <a:bodyPr/>
                    <a:lstStyle/>
                    <a:p>
                      <a:pPr>
                        <a:buNone/>
                      </a:pPr>
                      <a:r>
                        <a:rPr lang="en-GB" sz="900" dirty="0"/>
                        <a:t>🟢 Green</a:t>
                      </a:r>
                    </a:p>
                  </a:txBody>
                  <a:tcPr anchor="ctr"/>
                </a:tc>
                <a:tc>
                  <a:txBody>
                    <a:bodyPr/>
                    <a:lstStyle/>
                    <a:p>
                      <a:pPr>
                        <a:buNone/>
                      </a:pPr>
                      <a:r>
                        <a:rPr lang="en-GB" sz="900" b="1" dirty="0"/>
                        <a:t>Upper-middle-income countries poverty line</a:t>
                      </a:r>
                      <a:r>
                        <a:rPr lang="en-GB" sz="900" dirty="0"/>
                        <a:t> (e.g., $6.85/day)</a:t>
                      </a:r>
                    </a:p>
                  </a:txBody>
                  <a:tcPr anchor="ctr"/>
                </a:tc>
                <a:tc>
                  <a:txBody>
                    <a:bodyPr/>
                    <a:lstStyle/>
                    <a:p>
                      <a:pPr>
                        <a:buNone/>
                      </a:pPr>
                      <a:r>
                        <a:rPr lang="en-GB" sz="900" dirty="0"/>
                        <a:t>Relative poverty &amp; social exclusion</a:t>
                      </a:r>
                    </a:p>
                  </a:txBody>
                  <a:tcPr anchor="ctr"/>
                </a:tc>
                <a:extLst>
                  <a:ext uri="{0D108BD9-81ED-4DB2-BD59-A6C34878D82A}">
                    <a16:rowId xmlns:a16="http://schemas.microsoft.com/office/drawing/2014/main" val="2920363326"/>
                  </a:ext>
                </a:extLst>
              </a:tr>
            </a:tbl>
          </a:graphicData>
        </a:graphic>
      </p:graphicFrame>
      <p:sp>
        <p:nvSpPr>
          <p:cNvPr id="19" name="Arrow: Right 18">
            <a:extLst>
              <a:ext uri="{FF2B5EF4-FFF2-40B4-BE49-F238E27FC236}">
                <a16:creationId xmlns:a16="http://schemas.microsoft.com/office/drawing/2014/main" id="{F5532D6D-45A3-51DD-21AA-F79BEB55242C}"/>
              </a:ext>
            </a:extLst>
          </p:cNvPr>
          <p:cNvSpPr/>
          <p:nvPr/>
        </p:nvSpPr>
        <p:spPr>
          <a:xfrm>
            <a:off x="7318406" y="5554179"/>
            <a:ext cx="1248937" cy="278780"/>
          </a:xfrm>
          <a:prstGeom prst="rightArrow">
            <a:avLst/>
          </a:prstGeom>
          <a:solidFill>
            <a:srgbClr val="00FE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45039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6060E-625E-3130-F09A-9A03D3A4BAB4}"/>
              </a:ext>
            </a:extLst>
          </p:cNvPr>
          <p:cNvSpPr>
            <a:spLocks noGrp="1"/>
          </p:cNvSpPr>
          <p:nvPr>
            <p:ph type="title"/>
          </p:nvPr>
        </p:nvSpPr>
        <p:spPr/>
        <p:txBody>
          <a:bodyPr/>
          <a:lstStyle/>
          <a:p>
            <a:r>
              <a:rPr lang="en-GB" dirty="0"/>
              <a:t>Project Management</a:t>
            </a:r>
          </a:p>
        </p:txBody>
      </p:sp>
      <p:sp>
        <p:nvSpPr>
          <p:cNvPr id="3" name="Date Placeholder 2">
            <a:extLst>
              <a:ext uri="{FF2B5EF4-FFF2-40B4-BE49-F238E27FC236}">
                <a16:creationId xmlns:a16="http://schemas.microsoft.com/office/drawing/2014/main" id="{02D29B50-1DDE-DCC1-3A3D-46A4C35E25B2}"/>
              </a:ext>
            </a:extLst>
          </p:cNvPr>
          <p:cNvSpPr>
            <a:spLocks noGrp="1"/>
          </p:cNvSpPr>
          <p:nvPr>
            <p:ph type="dt" sz="half" idx="10"/>
          </p:nvPr>
        </p:nvSpPr>
        <p:spPr/>
        <p:txBody>
          <a:bodyPr/>
          <a:lstStyle/>
          <a:p>
            <a:pPr rtl="0"/>
            <a:r>
              <a:rPr lang="en-GB" noProof="0"/>
              <a:t>9/3/20XX</a:t>
            </a:r>
          </a:p>
        </p:txBody>
      </p:sp>
      <p:sp>
        <p:nvSpPr>
          <p:cNvPr id="4" name="Footer Placeholder 3">
            <a:extLst>
              <a:ext uri="{FF2B5EF4-FFF2-40B4-BE49-F238E27FC236}">
                <a16:creationId xmlns:a16="http://schemas.microsoft.com/office/drawing/2014/main" id="{A5947C59-FBA4-21B0-CB1D-DA469D4F7E88}"/>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E2844B31-7208-01D2-7321-1611515136E3}"/>
              </a:ext>
            </a:extLst>
          </p:cNvPr>
          <p:cNvSpPr>
            <a:spLocks noGrp="1"/>
          </p:cNvSpPr>
          <p:nvPr>
            <p:ph type="sldNum" sz="quarter" idx="12"/>
          </p:nvPr>
        </p:nvSpPr>
        <p:spPr/>
        <p:txBody>
          <a:bodyPr/>
          <a:lstStyle/>
          <a:p>
            <a:pPr rtl="0"/>
            <a:fld id="{D8DA9DAA-006C-4F4B-980E-E3DF019B24E2}" type="slidenum">
              <a:rPr lang="en-GB" noProof="0" smtClean="0"/>
              <a:t>6</a:t>
            </a:fld>
            <a:endParaRPr lang="en-GB" noProof="0"/>
          </a:p>
        </p:txBody>
      </p:sp>
      <p:pic>
        <p:nvPicPr>
          <p:cNvPr id="7" name="Picture 6">
            <a:extLst>
              <a:ext uri="{FF2B5EF4-FFF2-40B4-BE49-F238E27FC236}">
                <a16:creationId xmlns:a16="http://schemas.microsoft.com/office/drawing/2014/main" id="{AD0D6B0D-0565-0FBF-4370-E8B7F4287FFB}"/>
              </a:ext>
            </a:extLst>
          </p:cNvPr>
          <p:cNvPicPr>
            <a:picLocks noChangeAspect="1"/>
          </p:cNvPicPr>
          <p:nvPr/>
        </p:nvPicPr>
        <p:blipFill>
          <a:blip r:embed="rId2"/>
          <a:stretch>
            <a:fillRect/>
          </a:stretch>
        </p:blipFill>
        <p:spPr>
          <a:xfrm>
            <a:off x="1419225" y="1795248"/>
            <a:ext cx="9182100" cy="4456541"/>
          </a:xfrm>
          <a:prstGeom prst="rect">
            <a:avLst/>
          </a:prstGeom>
        </p:spPr>
      </p:pic>
    </p:spTree>
    <p:extLst>
      <p:ext uri="{BB962C8B-B14F-4D97-AF65-F5344CB8AC3E}">
        <p14:creationId xmlns:p14="http://schemas.microsoft.com/office/powerpoint/2010/main" val="2864650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BB686-2F7E-86EB-62D1-C836C2A695A0}"/>
              </a:ext>
            </a:extLst>
          </p:cNvPr>
          <p:cNvSpPr>
            <a:spLocks noGrp="1"/>
          </p:cNvSpPr>
          <p:nvPr>
            <p:ph type="title"/>
          </p:nvPr>
        </p:nvSpPr>
        <p:spPr/>
        <p:txBody>
          <a:bodyPr/>
          <a:lstStyle/>
          <a:p>
            <a:r>
              <a:rPr lang="en-GB" dirty="0"/>
              <a:t>Issues</a:t>
            </a:r>
          </a:p>
        </p:txBody>
      </p:sp>
      <p:sp>
        <p:nvSpPr>
          <p:cNvPr id="3" name="Date Placeholder 2">
            <a:extLst>
              <a:ext uri="{FF2B5EF4-FFF2-40B4-BE49-F238E27FC236}">
                <a16:creationId xmlns:a16="http://schemas.microsoft.com/office/drawing/2014/main" id="{5A0FD936-9DCE-186D-0CF6-F59C1EC2D3B1}"/>
              </a:ext>
            </a:extLst>
          </p:cNvPr>
          <p:cNvSpPr>
            <a:spLocks noGrp="1"/>
          </p:cNvSpPr>
          <p:nvPr>
            <p:ph type="dt" sz="half" idx="10"/>
          </p:nvPr>
        </p:nvSpPr>
        <p:spPr/>
        <p:txBody>
          <a:bodyPr/>
          <a:lstStyle/>
          <a:p>
            <a:pPr rtl="0"/>
            <a:r>
              <a:rPr lang="en-GB" noProof="0"/>
              <a:t>9/3/20XX</a:t>
            </a:r>
          </a:p>
        </p:txBody>
      </p:sp>
      <p:sp>
        <p:nvSpPr>
          <p:cNvPr id="4" name="Footer Placeholder 3">
            <a:extLst>
              <a:ext uri="{FF2B5EF4-FFF2-40B4-BE49-F238E27FC236}">
                <a16:creationId xmlns:a16="http://schemas.microsoft.com/office/drawing/2014/main" id="{E2ACE6CF-55BA-5CA5-D0C9-4DC5C541EAE4}"/>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8F3826B1-D748-3875-F5E7-49B4DE89976F}"/>
              </a:ext>
            </a:extLst>
          </p:cNvPr>
          <p:cNvSpPr>
            <a:spLocks noGrp="1"/>
          </p:cNvSpPr>
          <p:nvPr>
            <p:ph type="sldNum" sz="quarter" idx="12"/>
          </p:nvPr>
        </p:nvSpPr>
        <p:spPr/>
        <p:txBody>
          <a:bodyPr/>
          <a:lstStyle/>
          <a:p>
            <a:pPr rtl="0"/>
            <a:fld id="{D8DA9DAA-006C-4F4B-980E-E3DF019B24E2}" type="slidenum">
              <a:rPr lang="en-GB" noProof="0" smtClean="0"/>
              <a:t>7</a:t>
            </a:fld>
            <a:endParaRPr lang="en-GB" noProof="0"/>
          </a:p>
        </p:txBody>
      </p:sp>
      <p:graphicFrame>
        <p:nvGraphicFramePr>
          <p:cNvPr id="6" name="Table 5">
            <a:extLst>
              <a:ext uri="{FF2B5EF4-FFF2-40B4-BE49-F238E27FC236}">
                <a16:creationId xmlns:a16="http://schemas.microsoft.com/office/drawing/2014/main" id="{7538CC17-8161-FD99-DF7A-B2861BBB3CAC}"/>
              </a:ext>
            </a:extLst>
          </p:cNvPr>
          <p:cNvGraphicFramePr>
            <a:graphicFrameLocks noGrp="1"/>
          </p:cNvGraphicFramePr>
          <p:nvPr>
            <p:extLst>
              <p:ext uri="{D42A27DB-BD31-4B8C-83A1-F6EECF244321}">
                <p14:modId xmlns:p14="http://schemas.microsoft.com/office/powerpoint/2010/main" val="3365556741"/>
              </p:ext>
            </p:extLst>
          </p:nvPr>
        </p:nvGraphicFramePr>
        <p:xfrm>
          <a:off x="840059" y="1600612"/>
          <a:ext cx="10723756" cy="2494280"/>
        </p:xfrm>
        <a:graphic>
          <a:graphicData uri="http://schemas.openxmlformats.org/drawingml/2006/table">
            <a:tbl>
              <a:tblPr firstRow="1" bandRow="1">
                <a:tableStyleId>{5C22544A-7EE6-4342-B048-85BDC9FD1C3A}</a:tableStyleId>
              </a:tblPr>
              <a:tblGrid>
                <a:gridCol w="5361878">
                  <a:extLst>
                    <a:ext uri="{9D8B030D-6E8A-4147-A177-3AD203B41FA5}">
                      <a16:colId xmlns:a16="http://schemas.microsoft.com/office/drawing/2014/main" val="2402077670"/>
                    </a:ext>
                  </a:extLst>
                </a:gridCol>
                <a:gridCol w="5361878">
                  <a:extLst>
                    <a:ext uri="{9D8B030D-6E8A-4147-A177-3AD203B41FA5}">
                      <a16:colId xmlns:a16="http://schemas.microsoft.com/office/drawing/2014/main" val="2001312147"/>
                    </a:ext>
                  </a:extLst>
                </a:gridCol>
              </a:tblGrid>
              <a:tr h="370840">
                <a:tc>
                  <a:txBody>
                    <a:bodyPr/>
                    <a:lstStyle/>
                    <a:p>
                      <a:r>
                        <a:rPr lang="en-GB" dirty="0"/>
                        <a:t>Issue</a:t>
                      </a:r>
                    </a:p>
                  </a:txBody>
                  <a:tcPr/>
                </a:tc>
                <a:tc>
                  <a:txBody>
                    <a:bodyPr/>
                    <a:lstStyle/>
                    <a:p>
                      <a:r>
                        <a:rPr lang="en-GB" dirty="0"/>
                        <a:t>Resolution</a:t>
                      </a:r>
                    </a:p>
                  </a:txBody>
                  <a:tcPr/>
                </a:tc>
                <a:extLst>
                  <a:ext uri="{0D108BD9-81ED-4DB2-BD59-A6C34878D82A}">
                    <a16:rowId xmlns:a16="http://schemas.microsoft.com/office/drawing/2014/main" val="2702702101"/>
                  </a:ext>
                </a:extLst>
              </a:tr>
              <a:tr h="370840">
                <a:tc>
                  <a:txBody>
                    <a:bodyPr/>
                    <a:lstStyle/>
                    <a:p>
                      <a:r>
                        <a:rPr lang="en-GB" dirty="0"/>
                        <a:t>GDP file would not load correctly</a:t>
                      </a:r>
                    </a:p>
                  </a:txBody>
                  <a:tcPr/>
                </a:tc>
                <a:tc>
                  <a:txBody>
                    <a:bodyPr/>
                    <a:lstStyle/>
                    <a:p>
                      <a:r>
                        <a:rPr lang="en-GB" dirty="0"/>
                        <a:t>Converted it to Excel and specified where to start reading the data from</a:t>
                      </a:r>
                    </a:p>
                  </a:txBody>
                  <a:tcPr/>
                </a:tc>
                <a:extLst>
                  <a:ext uri="{0D108BD9-81ED-4DB2-BD59-A6C34878D82A}">
                    <a16:rowId xmlns:a16="http://schemas.microsoft.com/office/drawing/2014/main" val="246282763"/>
                  </a:ext>
                </a:extLst>
              </a:tr>
              <a:tr h="370840">
                <a:tc>
                  <a:txBody>
                    <a:bodyPr/>
                    <a:lstStyle/>
                    <a:p>
                      <a:endParaRPr lang="en-GB" dirty="0"/>
                    </a:p>
                  </a:txBody>
                  <a:tcPr/>
                </a:tc>
                <a:tc>
                  <a:txBody>
                    <a:bodyPr/>
                    <a:lstStyle/>
                    <a:p>
                      <a:endParaRPr lang="en-GB"/>
                    </a:p>
                  </a:txBody>
                  <a:tcPr/>
                </a:tc>
                <a:extLst>
                  <a:ext uri="{0D108BD9-81ED-4DB2-BD59-A6C34878D82A}">
                    <a16:rowId xmlns:a16="http://schemas.microsoft.com/office/drawing/2014/main" val="3770317173"/>
                  </a:ext>
                </a:extLst>
              </a:tr>
              <a:tr h="370840">
                <a:tc>
                  <a:txBody>
                    <a:bodyPr/>
                    <a:lstStyle/>
                    <a:p>
                      <a:endParaRPr lang="en-GB" dirty="0"/>
                    </a:p>
                  </a:txBody>
                  <a:tcPr/>
                </a:tc>
                <a:tc>
                  <a:txBody>
                    <a:bodyPr/>
                    <a:lstStyle/>
                    <a:p>
                      <a:endParaRPr lang="en-GB"/>
                    </a:p>
                  </a:txBody>
                  <a:tcPr/>
                </a:tc>
                <a:extLst>
                  <a:ext uri="{0D108BD9-81ED-4DB2-BD59-A6C34878D82A}">
                    <a16:rowId xmlns:a16="http://schemas.microsoft.com/office/drawing/2014/main" val="1399062851"/>
                  </a:ext>
                </a:extLst>
              </a:tr>
              <a:tr h="370840">
                <a:tc>
                  <a:txBody>
                    <a:bodyPr/>
                    <a:lstStyle/>
                    <a:p>
                      <a:endParaRPr lang="en-GB" dirty="0"/>
                    </a:p>
                  </a:txBody>
                  <a:tcPr/>
                </a:tc>
                <a:tc>
                  <a:txBody>
                    <a:bodyPr/>
                    <a:lstStyle/>
                    <a:p>
                      <a:endParaRPr lang="en-GB"/>
                    </a:p>
                  </a:txBody>
                  <a:tcPr/>
                </a:tc>
                <a:extLst>
                  <a:ext uri="{0D108BD9-81ED-4DB2-BD59-A6C34878D82A}">
                    <a16:rowId xmlns:a16="http://schemas.microsoft.com/office/drawing/2014/main" val="807772045"/>
                  </a:ext>
                </a:extLst>
              </a:tr>
              <a:tr h="370840">
                <a:tc>
                  <a:txBody>
                    <a:bodyPr/>
                    <a:lstStyle/>
                    <a:p>
                      <a:endParaRPr lang="en-GB" dirty="0"/>
                    </a:p>
                  </a:txBody>
                  <a:tcPr/>
                </a:tc>
                <a:tc>
                  <a:txBody>
                    <a:bodyPr/>
                    <a:lstStyle/>
                    <a:p>
                      <a:endParaRPr lang="en-GB" dirty="0"/>
                    </a:p>
                  </a:txBody>
                  <a:tcPr/>
                </a:tc>
                <a:extLst>
                  <a:ext uri="{0D108BD9-81ED-4DB2-BD59-A6C34878D82A}">
                    <a16:rowId xmlns:a16="http://schemas.microsoft.com/office/drawing/2014/main" val="99707910"/>
                  </a:ext>
                </a:extLst>
              </a:tr>
            </a:tbl>
          </a:graphicData>
        </a:graphic>
      </p:graphicFrame>
    </p:spTree>
    <p:extLst>
      <p:ext uri="{BB962C8B-B14F-4D97-AF65-F5344CB8AC3E}">
        <p14:creationId xmlns:p14="http://schemas.microsoft.com/office/powerpoint/2010/main" val="2804668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E1D11-BFEC-CFF7-9995-85ACAC311626}"/>
              </a:ext>
            </a:extLst>
          </p:cNvPr>
          <p:cNvSpPr>
            <a:spLocks noGrp="1"/>
          </p:cNvSpPr>
          <p:nvPr>
            <p:ph type="title"/>
          </p:nvPr>
        </p:nvSpPr>
        <p:spPr/>
        <p:txBody>
          <a:bodyPr/>
          <a:lstStyle/>
          <a:p>
            <a:r>
              <a:rPr lang="en-GB" dirty="0"/>
              <a:t>The PIP Dataset</a:t>
            </a:r>
          </a:p>
        </p:txBody>
      </p:sp>
      <p:sp>
        <p:nvSpPr>
          <p:cNvPr id="3" name="Date Placeholder 2">
            <a:extLst>
              <a:ext uri="{FF2B5EF4-FFF2-40B4-BE49-F238E27FC236}">
                <a16:creationId xmlns:a16="http://schemas.microsoft.com/office/drawing/2014/main" id="{145AE210-56AC-B7B3-4D33-30A6B13188A7}"/>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50752CD2-A625-7691-3D3A-38B8806C406E}"/>
              </a:ext>
            </a:extLst>
          </p:cNvPr>
          <p:cNvSpPr>
            <a:spLocks noGrp="1"/>
          </p:cNvSpPr>
          <p:nvPr>
            <p:ph type="ftr" sz="quarter" idx="11"/>
          </p:nvPr>
        </p:nvSpPr>
        <p:spPr/>
        <p:txBody>
          <a:bodyPr/>
          <a:lstStyle/>
          <a:p>
            <a:pPr rtl="0"/>
            <a:r>
              <a:rPr lang="en-GB" noProof="0" dirty="0"/>
              <a:t>UK PIP Dataset Explored</a:t>
            </a:r>
          </a:p>
        </p:txBody>
      </p:sp>
      <p:sp>
        <p:nvSpPr>
          <p:cNvPr id="5" name="Slide Number Placeholder 4">
            <a:extLst>
              <a:ext uri="{FF2B5EF4-FFF2-40B4-BE49-F238E27FC236}">
                <a16:creationId xmlns:a16="http://schemas.microsoft.com/office/drawing/2014/main" id="{D13A4F5B-DB61-36B6-8253-170FF41FB0D4}"/>
              </a:ext>
            </a:extLst>
          </p:cNvPr>
          <p:cNvSpPr>
            <a:spLocks noGrp="1"/>
          </p:cNvSpPr>
          <p:nvPr>
            <p:ph type="sldNum" sz="quarter" idx="12"/>
          </p:nvPr>
        </p:nvSpPr>
        <p:spPr/>
        <p:txBody>
          <a:bodyPr/>
          <a:lstStyle/>
          <a:p>
            <a:pPr rtl="0"/>
            <a:fld id="{D8DA9DAA-006C-4F4B-980E-E3DF019B24E2}" type="slidenum">
              <a:rPr lang="en-GB" noProof="0" smtClean="0"/>
              <a:t>8</a:t>
            </a:fld>
            <a:endParaRPr lang="en-GB" noProof="0" dirty="0"/>
          </a:p>
        </p:txBody>
      </p:sp>
      <p:graphicFrame>
        <p:nvGraphicFramePr>
          <p:cNvPr id="17" name="Table 16">
            <a:extLst>
              <a:ext uri="{FF2B5EF4-FFF2-40B4-BE49-F238E27FC236}">
                <a16:creationId xmlns:a16="http://schemas.microsoft.com/office/drawing/2014/main" id="{880FD060-3121-3322-40C1-F1659635BA6B}"/>
              </a:ext>
            </a:extLst>
          </p:cNvPr>
          <p:cNvGraphicFramePr>
            <a:graphicFrameLocks noGrp="1"/>
          </p:cNvGraphicFramePr>
          <p:nvPr>
            <p:extLst>
              <p:ext uri="{D42A27DB-BD31-4B8C-83A1-F6EECF244321}">
                <p14:modId xmlns:p14="http://schemas.microsoft.com/office/powerpoint/2010/main" val="10362527"/>
              </p:ext>
            </p:extLst>
          </p:nvPr>
        </p:nvGraphicFramePr>
        <p:xfrm>
          <a:off x="981075" y="1377632"/>
          <a:ext cx="10601325" cy="4592320"/>
        </p:xfrm>
        <a:graphic>
          <a:graphicData uri="http://schemas.openxmlformats.org/drawingml/2006/table">
            <a:tbl>
              <a:tblPr firstRow="1" bandRow="1">
                <a:tableStyleId>{5C22544A-7EE6-4342-B048-85BDC9FD1C3A}</a:tableStyleId>
              </a:tblPr>
              <a:tblGrid>
                <a:gridCol w="2990511">
                  <a:extLst>
                    <a:ext uri="{9D8B030D-6E8A-4147-A177-3AD203B41FA5}">
                      <a16:colId xmlns:a16="http://schemas.microsoft.com/office/drawing/2014/main" val="3201152918"/>
                    </a:ext>
                  </a:extLst>
                </a:gridCol>
                <a:gridCol w="7610814">
                  <a:extLst>
                    <a:ext uri="{9D8B030D-6E8A-4147-A177-3AD203B41FA5}">
                      <a16:colId xmlns:a16="http://schemas.microsoft.com/office/drawing/2014/main" val="2576893931"/>
                    </a:ext>
                  </a:extLst>
                </a:gridCol>
              </a:tblGrid>
              <a:tr h="370840">
                <a:tc>
                  <a:txBody>
                    <a:bodyPr/>
                    <a:lstStyle/>
                    <a:p>
                      <a:r>
                        <a:rPr lang="en-GB" dirty="0"/>
                        <a:t>Dataset Summary</a:t>
                      </a:r>
                    </a:p>
                  </a:txBody>
                  <a:tcPr/>
                </a:tc>
                <a:tc>
                  <a:txBody>
                    <a:bodyPr/>
                    <a:lstStyle/>
                    <a:p>
                      <a:r>
                        <a:rPr lang="en-GB" dirty="0"/>
                        <a:t>Explanation</a:t>
                      </a:r>
                    </a:p>
                  </a:txBody>
                  <a:tcPr/>
                </a:tc>
                <a:extLst>
                  <a:ext uri="{0D108BD9-81ED-4DB2-BD59-A6C34878D82A}">
                    <a16:rowId xmlns:a16="http://schemas.microsoft.com/office/drawing/2014/main" val="2994736243"/>
                  </a:ext>
                </a:extLst>
              </a:tr>
              <a:tr h="370840">
                <a:tc>
                  <a:txBody>
                    <a:bodyPr/>
                    <a:lstStyle/>
                    <a:p>
                      <a:r>
                        <a:rPr lang="en-GB" sz="1400" b="1" dirty="0"/>
                        <a:t>Purpose and Scope</a:t>
                      </a:r>
                    </a:p>
                  </a:txBody>
                  <a:tcPr anchor="ct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300" dirty="0"/>
                        <a:t>The Poverty and Inequality Platform (PIP) provides the World Bank’s official global poverty and inequality statistics.</a:t>
                      </a:r>
                    </a:p>
                  </a:txBody>
                  <a:tcPr anchor="ctr"/>
                </a:tc>
                <a:extLst>
                  <a:ext uri="{0D108BD9-81ED-4DB2-BD59-A6C34878D82A}">
                    <a16:rowId xmlns:a16="http://schemas.microsoft.com/office/drawing/2014/main" val="2043013341"/>
                  </a:ext>
                </a:extLst>
              </a:tr>
              <a:tr h="370840">
                <a:tc>
                  <a:txBody>
                    <a:bodyPr/>
                    <a:lstStyle/>
                    <a:p>
                      <a:r>
                        <a:rPr lang="en-GB" sz="1400" b="1" dirty="0"/>
                        <a:t>Frequency and Coverage</a:t>
                      </a:r>
                    </a:p>
                  </a:txBody>
                  <a:tcPr anchor="ctr"/>
                </a:tc>
                <a:tc>
                  <a:txBody>
                    <a:bodyPr/>
                    <a:lstStyle/>
                    <a:p>
                      <a:pPr marL="285750" indent="-285750">
                        <a:buFont typeface="Arial" panose="020B0604020202020204" pitchFamily="34" charset="0"/>
                        <a:buChar char="•"/>
                      </a:pPr>
                      <a:r>
                        <a:rPr lang="en-GB" sz="1300" dirty="0"/>
                        <a:t>Data cover roughly </a:t>
                      </a:r>
                      <a:r>
                        <a:rPr lang="en-GB" sz="1300" b="1" dirty="0"/>
                        <a:t>1981–2022</a:t>
                      </a:r>
                      <a:r>
                        <a:rPr lang="en-GB" sz="1300" dirty="0"/>
                        <a:t> (depending on country).</a:t>
                      </a:r>
                    </a:p>
                    <a:p>
                      <a:pPr marL="285750" indent="-285750">
                        <a:buFont typeface="Arial" panose="020B0604020202020204" pitchFamily="34" charset="0"/>
                        <a:buChar char="•"/>
                      </a:pPr>
                      <a:r>
                        <a:rPr lang="en-GB" sz="1300" dirty="0"/>
                        <a:t>Around </a:t>
                      </a:r>
                      <a:r>
                        <a:rPr lang="en-GB" sz="1300" b="1" dirty="0"/>
                        <a:t>2,000+ surveys</a:t>
                      </a:r>
                      <a:r>
                        <a:rPr lang="en-GB" sz="1300" dirty="0"/>
                        <a:t> are included.</a:t>
                      </a:r>
                    </a:p>
                    <a:p>
                      <a:pPr marL="285750" indent="-285750">
                        <a:buFont typeface="Arial" panose="020B0604020202020204" pitchFamily="34" charset="0"/>
                        <a:buChar char="•"/>
                      </a:pPr>
                      <a:r>
                        <a:rPr lang="en-GB" sz="1300" dirty="0"/>
                        <a:t>Updated </a:t>
                      </a:r>
                      <a:r>
                        <a:rPr lang="en-GB" sz="1300" b="1" dirty="0"/>
                        <a:t>quarterly</a:t>
                      </a:r>
                      <a:r>
                        <a:rPr lang="en-GB" sz="1300" dirty="0"/>
                        <a:t>, as new national survey data and PPP revisions become available</a:t>
                      </a:r>
                    </a:p>
                  </a:txBody>
                  <a:tcPr anchor="ctr"/>
                </a:tc>
                <a:extLst>
                  <a:ext uri="{0D108BD9-81ED-4DB2-BD59-A6C34878D82A}">
                    <a16:rowId xmlns:a16="http://schemas.microsoft.com/office/drawing/2014/main" val="1206944774"/>
                  </a:ext>
                </a:extLst>
              </a:tr>
              <a:tr h="370840">
                <a:tc>
                  <a:txBody>
                    <a:bodyPr/>
                    <a:lstStyle/>
                    <a:p>
                      <a:r>
                        <a:rPr lang="en-GB" sz="1400" b="1" dirty="0"/>
                        <a:t>Data Sources</a:t>
                      </a:r>
                    </a:p>
                  </a:txBody>
                  <a:tcPr anchor="ctr"/>
                </a:tc>
                <a:tc>
                  <a:txBody>
                    <a:bodyPr/>
                    <a:lstStyle/>
                    <a:p>
                      <a:pPr marL="285750" indent="-285750">
                        <a:buFont typeface="Arial" panose="020B0604020202020204" pitchFamily="34" charset="0"/>
                        <a:buChar char="•"/>
                      </a:pPr>
                      <a:r>
                        <a:rPr lang="en-GB" sz="1300" b="0" dirty="0"/>
                        <a:t>The dataset is built primarily from national household surveys (income or consumption-based). These are harmonized using consistent welfare definitions and PPP adjustments, allowing global comparability across time and countries (1980s–present).</a:t>
                      </a:r>
                    </a:p>
                  </a:txBody>
                  <a:tcPr anchor="ctr"/>
                </a:tc>
                <a:extLst>
                  <a:ext uri="{0D108BD9-81ED-4DB2-BD59-A6C34878D82A}">
                    <a16:rowId xmlns:a16="http://schemas.microsoft.com/office/drawing/2014/main" val="342452802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1" dirty="0"/>
                        <a:t>Core Indicators</a:t>
                      </a:r>
                    </a:p>
                    <a:p>
                      <a:endParaRPr lang="en-GB" sz="1400" b="1" dirty="0"/>
                    </a:p>
                  </a:txBody>
                  <a:tcPr anchor="ctr"/>
                </a:tc>
                <a:tc>
                  <a:txBody>
                    <a:bodyPr/>
                    <a:lstStyle/>
                    <a:p>
                      <a:pPr marL="285750" indent="-285750">
                        <a:buFont typeface="Arial" panose="020B0604020202020204" pitchFamily="34" charset="0"/>
                        <a:buChar char="•"/>
                      </a:pPr>
                      <a:r>
                        <a:rPr lang="en-GB" sz="1300" b="1" dirty="0"/>
                        <a:t>Poverty headcount ratios</a:t>
                      </a:r>
                      <a:r>
                        <a:rPr lang="en-GB" sz="1300" dirty="0"/>
                        <a:t> at international poverty lines (e.g. $2.15, $3.65, $6.85 per day in 2017 PPP).</a:t>
                      </a:r>
                    </a:p>
                    <a:p>
                      <a:pPr marL="285750" indent="-285750">
                        <a:buFont typeface="Arial" panose="020B0604020202020204" pitchFamily="34" charset="0"/>
                        <a:buChar char="•"/>
                      </a:pPr>
                      <a:r>
                        <a:rPr lang="en-GB" sz="1300" b="1" dirty="0"/>
                        <a:t>Mean and median income or consumption</a:t>
                      </a:r>
                      <a:r>
                        <a:rPr lang="en-GB" sz="1300" dirty="0"/>
                        <a:t>.</a:t>
                      </a:r>
                    </a:p>
                    <a:p>
                      <a:pPr marL="285750" indent="-285750">
                        <a:buFont typeface="Arial" panose="020B0604020202020204" pitchFamily="34" charset="0"/>
                        <a:buChar char="•"/>
                      </a:pPr>
                      <a:r>
                        <a:rPr lang="en-GB" sz="1300" b="1" dirty="0"/>
                        <a:t>Gini index</a:t>
                      </a:r>
                      <a:r>
                        <a:rPr lang="en-GB" sz="1300" dirty="0"/>
                        <a:t> (inequality).</a:t>
                      </a:r>
                    </a:p>
                    <a:p>
                      <a:pPr marL="285750" indent="-285750">
                        <a:buFont typeface="Arial" panose="020B0604020202020204" pitchFamily="34" charset="0"/>
                        <a:buChar char="•"/>
                      </a:pPr>
                      <a:r>
                        <a:rPr lang="en-GB" sz="1300" b="1" dirty="0"/>
                        <a:t>Income shares</a:t>
                      </a:r>
                      <a:r>
                        <a:rPr lang="en-GB" sz="1300" dirty="0"/>
                        <a:t> held by different population deciles or quintiles</a:t>
                      </a:r>
                    </a:p>
                  </a:txBody>
                  <a:tcPr anchor="ctr"/>
                </a:tc>
                <a:extLst>
                  <a:ext uri="{0D108BD9-81ED-4DB2-BD59-A6C34878D82A}">
                    <a16:rowId xmlns:a16="http://schemas.microsoft.com/office/drawing/2014/main" val="2783988424"/>
                  </a:ext>
                </a:extLst>
              </a:tr>
              <a:tr h="370840">
                <a:tc>
                  <a:txBody>
                    <a:bodyPr/>
                    <a:lstStyle/>
                    <a:p>
                      <a:r>
                        <a:rPr lang="en-GB" sz="1400" b="1" dirty="0"/>
                        <a:t>GDP Alignment and PPP</a:t>
                      </a:r>
                    </a:p>
                  </a:txBody>
                  <a:tcPr anchor="ctr"/>
                </a:tc>
                <a:tc>
                  <a:txBody>
                    <a:bodyPr/>
                    <a:lstStyle/>
                    <a:p>
                      <a:pPr marL="285750" indent="-285750">
                        <a:buFont typeface="Arial" panose="020B0604020202020204" pitchFamily="34" charset="0"/>
                        <a:buChar char="•"/>
                      </a:pPr>
                      <a:r>
                        <a:rPr lang="en-GB" sz="1300" dirty="0"/>
                        <a:t>Monetary values in PIP are expressed in </a:t>
                      </a:r>
                      <a:r>
                        <a:rPr lang="en-GB" sz="1300" b="1" dirty="0"/>
                        <a:t>2017 PPP (Purchasing Power Parity)</a:t>
                      </a:r>
                      <a:r>
                        <a:rPr lang="en-GB" sz="1300" dirty="0"/>
                        <a:t> international dollars ($2.15/day (extreme), $3.65 (lower-middle), $6.85 (upper-middle)). Nb The dataset contains both the 2011 and 2017 definition of PPP. In this analysis we will focus solely on the </a:t>
                      </a:r>
                      <a:r>
                        <a:rPr lang="en-GB" sz="1300" b="1" dirty="0"/>
                        <a:t>2017 definition</a:t>
                      </a:r>
                      <a:r>
                        <a:rPr lang="en-GB" sz="1300" dirty="0"/>
                        <a:t>.</a:t>
                      </a:r>
                    </a:p>
                    <a:p>
                      <a:pPr marL="285750" indent="-285750">
                        <a:buFont typeface="Arial" panose="020B0604020202020204" pitchFamily="34" charset="0"/>
                        <a:buChar char="•"/>
                      </a:pPr>
                      <a:r>
                        <a:rPr lang="en-GB" sz="1300" dirty="0"/>
                        <a:t>For macroeconomic alignment, it uses </a:t>
                      </a:r>
                      <a:r>
                        <a:rPr lang="en-GB" sz="1300" b="1" dirty="0"/>
                        <a:t>World Development Indicators (WDI) GDP and population data</a:t>
                      </a:r>
                      <a:r>
                        <a:rPr lang="en-GB" sz="1300" dirty="0"/>
                        <a:t> to ensure country-year consistency</a:t>
                      </a:r>
                    </a:p>
                  </a:txBody>
                  <a:tcPr anchor="ctr"/>
                </a:tc>
                <a:extLst>
                  <a:ext uri="{0D108BD9-81ED-4DB2-BD59-A6C34878D82A}">
                    <a16:rowId xmlns:a16="http://schemas.microsoft.com/office/drawing/2014/main" val="1569294422"/>
                  </a:ext>
                </a:extLst>
              </a:tr>
            </a:tbl>
          </a:graphicData>
        </a:graphic>
      </p:graphicFrame>
    </p:spTree>
    <p:extLst>
      <p:ext uri="{BB962C8B-B14F-4D97-AF65-F5344CB8AC3E}">
        <p14:creationId xmlns:p14="http://schemas.microsoft.com/office/powerpoint/2010/main" val="4129748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91C3-DEC1-BACD-6A88-2B37F4828EBF}"/>
              </a:ext>
            </a:extLst>
          </p:cNvPr>
          <p:cNvSpPr>
            <a:spLocks noGrp="1"/>
          </p:cNvSpPr>
          <p:nvPr>
            <p:ph type="title"/>
          </p:nvPr>
        </p:nvSpPr>
        <p:spPr/>
        <p:txBody>
          <a:bodyPr/>
          <a:lstStyle/>
          <a:p>
            <a:r>
              <a:rPr lang="en-GB" dirty="0"/>
              <a:t>Key variables</a:t>
            </a:r>
          </a:p>
        </p:txBody>
      </p:sp>
      <p:sp>
        <p:nvSpPr>
          <p:cNvPr id="3" name="Date Placeholder 2">
            <a:extLst>
              <a:ext uri="{FF2B5EF4-FFF2-40B4-BE49-F238E27FC236}">
                <a16:creationId xmlns:a16="http://schemas.microsoft.com/office/drawing/2014/main" id="{87A98957-D9D1-322A-2F91-07D7AC9D0F67}"/>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D737085A-FFAB-8712-E4FA-56E8A862E1C8}"/>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E913346E-9110-C981-3311-7AC996963519}"/>
              </a:ext>
            </a:extLst>
          </p:cNvPr>
          <p:cNvSpPr>
            <a:spLocks noGrp="1"/>
          </p:cNvSpPr>
          <p:nvPr>
            <p:ph type="sldNum" sz="quarter" idx="12"/>
          </p:nvPr>
        </p:nvSpPr>
        <p:spPr/>
        <p:txBody>
          <a:bodyPr/>
          <a:lstStyle/>
          <a:p>
            <a:pPr rtl="0"/>
            <a:fld id="{D8DA9DAA-006C-4F4B-980E-E3DF019B24E2}" type="slidenum">
              <a:rPr lang="en-GB" noProof="0" smtClean="0"/>
              <a:t>9</a:t>
            </a:fld>
            <a:endParaRPr lang="en-GB" noProof="0"/>
          </a:p>
        </p:txBody>
      </p:sp>
      <p:graphicFrame>
        <p:nvGraphicFramePr>
          <p:cNvPr id="6" name="Table 5">
            <a:extLst>
              <a:ext uri="{FF2B5EF4-FFF2-40B4-BE49-F238E27FC236}">
                <a16:creationId xmlns:a16="http://schemas.microsoft.com/office/drawing/2014/main" id="{E76677B1-4E53-BAC3-29BB-5B376DDBB5D9}"/>
              </a:ext>
            </a:extLst>
          </p:cNvPr>
          <p:cNvGraphicFramePr>
            <a:graphicFrameLocks noGrp="1"/>
          </p:cNvGraphicFramePr>
          <p:nvPr>
            <p:extLst>
              <p:ext uri="{D42A27DB-BD31-4B8C-83A1-F6EECF244321}">
                <p14:modId xmlns:p14="http://schemas.microsoft.com/office/powerpoint/2010/main" val="574080035"/>
              </p:ext>
            </p:extLst>
          </p:nvPr>
        </p:nvGraphicFramePr>
        <p:xfrm>
          <a:off x="838200" y="2024591"/>
          <a:ext cx="11087101" cy="3952240"/>
        </p:xfrm>
        <a:graphic>
          <a:graphicData uri="http://schemas.openxmlformats.org/drawingml/2006/table">
            <a:tbl>
              <a:tblPr firstRow="1" bandRow="1">
                <a:tableStyleId>{5C22544A-7EE6-4342-B048-85BDC9FD1C3A}</a:tableStyleId>
              </a:tblPr>
              <a:tblGrid>
                <a:gridCol w="4019550">
                  <a:extLst>
                    <a:ext uri="{9D8B030D-6E8A-4147-A177-3AD203B41FA5}">
                      <a16:colId xmlns:a16="http://schemas.microsoft.com/office/drawing/2014/main" val="4177636634"/>
                    </a:ext>
                  </a:extLst>
                </a:gridCol>
                <a:gridCol w="4975277">
                  <a:extLst>
                    <a:ext uri="{9D8B030D-6E8A-4147-A177-3AD203B41FA5}">
                      <a16:colId xmlns:a16="http://schemas.microsoft.com/office/drawing/2014/main" val="1008300354"/>
                    </a:ext>
                  </a:extLst>
                </a:gridCol>
                <a:gridCol w="2092274">
                  <a:extLst>
                    <a:ext uri="{9D8B030D-6E8A-4147-A177-3AD203B41FA5}">
                      <a16:colId xmlns:a16="http://schemas.microsoft.com/office/drawing/2014/main" val="839081293"/>
                    </a:ext>
                  </a:extLst>
                </a:gridCol>
              </a:tblGrid>
              <a:tr h="370840">
                <a:tc>
                  <a:txBody>
                    <a:bodyPr/>
                    <a:lstStyle/>
                    <a:p>
                      <a:r>
                        <a:rPr lang="en-GB" dirty="0"/>
                        <a:t>Variable </a:t>
                      </a:r>
                      <a:r>
                        <a:rPr lang="en-GB" dirty="0" err="1"/>
                        <a:t>name’welfare</a:t>
                      </a:r>
                      <a:r>
                        <a:rPr lang="en-GB" dirty="0"/>
                        <a:t> measure</a:t>
                      </a:r>
                    </a:p>
                  </a:txBody>
                  <a:tcPr/>
                </a:tc>
                <a:tc>
                  <a:txBody>
                    <a:bodyPr/>
                    <a:lstStyle/>
                    <a:p>
                      <a:r>
                        <a:rPr lang="en-GB" dirty="0"/>
                        <a:t>Variable of interest</a:t>
                      </a:r>
                    </a:p>
                  </a:txBody>
                  <a:tcPr/>
                </a:tc>
                <a:tc>
                  <a:txBody>
                    <a:bodyPr/>
                    <a:lstStyle/>
                    <a:p>
                      <a:r>
                        <a:rPr lang="en-GB" dirty="0"/>
                        <a:t>Concept</a:t>
                      </a:r>
                    </a:p>
                  </a:txBody>
                  <a:tcPr/>
                </a:tc>
                <a:extLst>
                  <a:ext uri="{0D108BD9-81ED-4DB2-BD59-A6C34878D82A}">
                    <a16:rowId xmlns:a16="http://schemas.microsoft.com/office/drawing/2014/main" val="8176141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a:t>
                      </a:r>
                      <a:r>
                        <a:rPr lang="en-GB" sz="1600" dirty="0" err="1"/>
                        <a:t>headcount_ratio_international_povline</a:t>
                      </a:r>
                      <a:r>
                        <a:rPr lang="en-GB" sz="1600" dirty="0"/>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 of population living in households with an income or expenditure per person below the International Poverty Line ($2.15 a day in 2017 prices).</a:t>
                      </a:r>
                    </a:p>
                  </a:txBody>
                  <a:tcPr anchor="ctr"/>
                </a:tc>
                <a:tc>
                  <a:txBody>
                    <a:bodyPr/>
                    <a:lstStyle/>
                    <a:p>
                      <a:r>
                        <a:rPr lang="en-GB" sz="1600" dirty="0"/>
                        <a:t>Extreme poverty</a:t>
                      </a:r>
                    </a:p>
                  </a:txBody>
                  <a:tcPr anchor="ctr"/>
                </a:tc>
                <a:extLst>
                  <a:ext uri="{0D108BD9-81ED-4DB2-BD59-A6C34878D82A}">
                    <a16:rowId xmlns:a16="http://schemas.microsoft.com/office/drawing/2014/main" val="1801436083"/>
                  </a:ext>
                </a:extLst>
              </a:tr>
              <a:tr h="370840">
                <a:tc>
                  <a:txBody>
                    <a:bodyPr/>
                    <a:lstStyle/>
                    <a:p>
                      <a:r>
                        <a:rPr lang="en-GB" sz="1600" dirty="0" err="1"/>
                        <a:t>gini</a:t>
                      </a:r>
                      <a:endParaRPr lang="en-GB" sz="1600" dirty="0"/>
                    </a:p>
                  </a:txBody>
                  <a:tcPr anchor="ctr"/>
                </a:tc>
                <a:tc>
                  <a:txBody>
                    <a:bodyPr/>
                    <a:lstStyle/>
                    <a:p>
                      <a:r>
                        <a:rPr lang="en-GB" sz="1600" dirty="0"/>
                        <a:t>The Gini coefficient measures inequality on a scale between 0 and 1, where higher values indicate greater inequality.</a:t>
                      </a:r>
                    </a:p>
                  </a:txBody>
                  <a:tcPr anchor="ctr"/>
                </a:tc>
                <a:tc>
                  <a:txBody>
                    <a:bodyPr/>
                    <a:lstStyle/>
                    <a:p>
                      <a:r>
                        <a:rPr lang="en-GB" sz="1600" dirty="0"/>
                        <a:t>Inequality</a:t>
                      </a:r>
                    </a:p>
                  </a:txBody>
                  <a:tcPr anchor="ctr"/>
                </a:tc>
                <a:extLst>
                  <a:ext uri="{0D108BD9-81ED-4DB2-BD59-A6C34878D82A}">
                    <a16:rowId xmlns:a16="http://schemas.microsoft.com/office/drawing/2014/main" val="969437362"/>
                  </a:ext>
                </a:extLst>
              </a:tr>
              <a:tr h="370840">
                <a:tc>
                  <a:txBody>
                    <a:bodyPr/>
                    <a:lstStyle/>
                    <a:p>
                      <a:endParaRPr lang="en-GB" sz="1600" dirty="0"/>
                    </a:p>
                  </a:txBody>
                  <a:tcPr anchor="ctr"/>
                </a:tc>
                <a:tc>
                  <a:txBody>
                    <a:bodyPr/>
                    <a:lstStyle/>
                    <a:p>
                      <a:endParaRPr lang="en-GB" sz="1600" dirty="0"/>
                    </a:p>
                  </a:txBody>
                  <a:tcPr anchor="ctr"/>
                </a:tc>
                <a:tc>
                  <a:txBody>
                    <a:bodyPr/>
                    <a:lstStyle/>
                    <a:p>
                      <a:r>
                        <a:rPr lang="en-GB" sz="1600" dirty="0"/>
                        <a:t>Economic growth</a:t>
                      </a:r>
                    </a:p>
                  </a:txBody>
                  <a:tcPr anchor="ctr"/>
                </a:tc>
                <a:extLst>
                  <a:ext uri="{0D108BD9-81ED-4DB2-BD59-A6C34878D82A}">
                    <a16:rowId xmlns:a16="http://schemas.microsoft.com/office/drawing/2014/main" val="931587841"/>
                  </a:ext>
                </a:extLst>
              </a:tr>
              <a:tr h="370840">
                <a:tc>
                  <a:txBody>
                    <a:bodyPr/>
                    <a:lstStyle/>
                    <a:p>
                      <a:r>
                        <a:rPr lang="en-GB" sz="1600" dirty="0"/>
                        <a:t>region</a:t>
                      </a:r>
                    </a:p>
                  </a:txBody>
                  <a:tcPr anchor="ctr"/>
                </a:tc>
                <a:tc>
                  <a:txBody>
                    <a:bodyPr/>
                    <a:lstStyle/>
                    <a:p>
                      <a:r>
                        <a:rPr lang="en-GB" sz="1600" dirty="0"/>
                        <a:t>Constructed from the feature ‘country’ , using the World Bank regional definitions</a:t>
                      </a:r>
                    </a:p>
                  </a:txBody>
                  <a:tcPr anchor="ctr"/>
                </a:tc>
                <a:tc>
                  <a:txBody>
                    <a:bodyPr/>
                    <a:lstStyle/>
                    <a:p>
                      <a:r>
                        <a:rPr lang="en-GB" sz="1600" dirty="0"/>
                        <a:t>Regional classification</a:t>
                      </a:r>
                    </a:p>
                  </a:txBody>
                  <a:tcPr anchor="ctr"/>
                </a:tc>
                <a:extLst>
                  <a:ext uri="{0D108BD9-81ED-4DB2-BD59-A6C34878D82A}">
                    <a16:rowId xmlns:a16="http://schemas.microsoft.com/office/drawing/2014/main" val="4124946474"/>
                  </a:ext>
                </a:extLst>
              </a:tr>
              <a:tr h="370840">
                <a:tc>
                  <a:txBody>
                    <a:bodyPr/>
                    <a:lstStyle/>
                    <a:p>
                      <a:r>
                        <a:rPr lang="en-GB" sz="1600" dirty="0"/>
                        <a:t>‘</a:t>
                      </a:r>
                      <a:r>
                        <a:rPr lang="en-GB" sz="1600" dirty="0" err="1"/>
                        <a:t>ppp_version</a:t>
                      </a:r>
                      <a:r>
                        <a:rPr lang="en-GB" sz="1600" dirty="0"/>
                        <a:t>’</a:t>
                      </a:r>
                    </a:p>
                  </a:txBody>
                  <a:tcPr anchor="ctr"/>
                </a:tc>
                <a:tc>
                  <a:txBody>
                    <a:bodyPr/>
                    <a:lstStyle/>
                    <a:p>
                      <a:r>
                        <a:rPr lang="en-GB" sz="1600" dirty="0"/>
                        <a:t>PPP reference year used for conversion (2017)</a:t>
                      </a:r>
                    </a:p>
                  </a:txBody>
                  <a:tcPr anchor="ctr"/>
                </a:tc>
                <a:tc>
                  <a:txBody>
                    <a:bodyPr/>
                    <a:lstStyle/>
                    <a:p>
                      <a:endParaRPr lang="en-GB" sz="1600" dirty="0"/>
                    </a:p>
                  </a:txBody>
                  <a:tcPr anchor="ctr"/>
                </a:tc>
                <a:extLst>
                  <a:ext uri="{0D108BD9-81ED-4DB2-BD59-A6C34878D82A}">
                    <a16:rowId xmlns:a16="http://schemas.microsoft.com/office/drawing/2014/main" val="670375978"/>
                  </a:ext>
                </a:extLst>
              </a:tr>
              <a:tr h="370840">
                <a:tc>
                  <a:txBody>
                    <a:bodyPr/>
                    <a:lstStyle/>
                    <a:p>
                      <a:endParaRPr lang="en-GB" sz="1600" dirty="0"/>
                    </a:p>
                  </a:txBody>
                  <a:tcPr anchor="ctr"/>
                </a:tc>
                <a:tc>
                  <a:txBody>
                    <a:bodyPr/>
                    <a:lstStyle/>
                    <a:p>
                      <a:endParaRPr lang="en-GB" sz="1600" dirty="0"/>
                    </a:p>
                  </a:txBody>
                  <a:tcPr anchor="ctr"/>
                </a:tc>
                <a:tc>
                  <a:txBody>
                    <a:bodyPr/>
                    <a:lstStyle/>
                    <a:p>
                      <a:endParaRPr lang="en-GB" sz="1600" dirty="0"/>
                    </a:p>
                  </a:txBody>
                  <a:tcPr anchor="ctr"/>
                </a:tc>
                <a:extLst>
                  <a:ext uri="{0D108BD9-81ED-4DB2-BD59-A6C34878D82A}">
                    <a16:rowId xmlns:a16="http://schemas.microsoft.com/office/drawing/2014/main" val="3604081076"/>
                  </a:ext>
                </a:extLst>
              </a:tr>
            </a:tbl>
          </a:graphicData>
        </a:graphic>
      </p:graphicFrame>
    </p:spTree>
    <p:extLst>
      <p:ext uri="{BB962C8B-B14F-4D97-AF65-F5344CB8AC3E}">
        <p14:creationId xmlns:p14="http://schemas.microsoft.com/office/powerpoint/2010/main" val="4043115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8BA71-765C-91DC-4C1D-14E4FC4D566D}"/>
              </a:ext>
            </a:extLst>
          </p:cNvPr>
          <p:cNvSpPr>
            <a:spLocks noGrp="1"/>
          </p:cNvSpPr>
          <p:nvPr>
            <p:ph type="title"/>
          </p:nvPr>
        </p:nvSpPr>
        <p:spPr>
          <a:xfrm>
            <a:off x="838200" y="365125"/>
            <a:ext cx="10515600" cy="1325563"/>
          </a:xfrm>
        </p:spPr>
        <p:txBody>
          <a:bodyPr anchor="ctr">
            <a:normAutofit/>
          </a:bodyPr>
          <a:lstStyle/>
          <a:p>
            <a:r>
              <a:rPr lang="en-GB" dirty="0"/>
              <a:t>The world by region</a:t>
            </a:r>
          </a:p>
        </p:txBody>
      </p:sp>
      <p:sp>
        <p:nvSpPr>
          <p:cNvPr id="5" name="Slide Number Placeholder 4">
            <a:extLst>
              <a:ext uri="{FF2B5EF4-FFF2-40B4-BE49-F238E27FC236}">
                <a16:creationId xmlns:a16="http://schemas.microsoft.com/office/drawing/2014/main" id="{D83DADD0-F581-5736-F6E2-A9AE70981229}"/>
              </a:ext>
            </a:extLst>
          </p:cNvPr>
          <p:cNvSpPr>
            <a:spLocks noGrp="1"/>
          </p:cNvSpPr>
          <p:nvPr>
            <p:ph type="sldNum" sz="quarter" idx="12"/>
          </p:nvPr>
        </p:nvSpPr>
        <p:spPr>
          <a:xfrm>
            <a:off x="8610600" y="6356350"/>
            <a:ext cx="2743200" cy="365125"/>
          </a:xfrm>
        </p:spPr>
        <p:txBody>
          <a:bodyPr anchor="ctr">
            <a:normAutofit/>
          </a:bodyPr>
          <a:lstStyle/>
          <a:p>
            <a:pPr rtl="0">
              <a:spcAft>
                <a:spcPts val="600"/>
              </a:spcAft>
            </a:pPr>
            <a:fld id="{D8DA9DAA-006C-4F4B-980E-E3DF019B24E2}" type="slidenum">
              <a:rPr lang="en-GB" noProof="0" smtClean="0"/>
              <a:pPr rtl="0">
                <a:spcAft>
                  <a:spcPts val="600"/>
                </a:spcAft>
              </a:pPr>
              <a:t>10</a:t>
            </a:fld>
            <a:endParaRPr lang="en-GB" noProof="0"/>
          </a:p>
        </p:txBody>
      </p:sp>
      <p:sp>
        <p:nvSpPr>
          <p:cNvPr id="3" name="Date Placeholder 2" hidden="1">
            <a:extLst>
              <a:ext uri="{FF2B5EF4-FFF2-40B4-BE49-F238E27FC236}">
                <a16:creationId xmlns:a16="http://schemas.microsoft.com/office/drawing/2014/main" id="{4EFB49CB-D318-23BE-5712-F5D829C61F79}"/>
              </a:ext>
            </a:extLst>
          </p:cNvPr>
          <p:cNvSpPr>
            <a:spLocks noGrp="1"/>
          </p:cNvSpPr>
          <p:nvPr>
            <p:ph type="dt" sz="half" idx="4294967295"/>
          </p:nvPr>
        </p:nvSpPr>
        <p:spPr>
          <a:xfrm>
            <a:off x="658368" y="6356350"/>
            <a:ext cx="2743200" cy="365125"/>
          </a:xfrm>
        </p:spPr>
        <p:txBody>
          <a:bodyPr anchor="ctr">
            <a:normAutofit/>
          </a:bodyPr>
          <a:lstStyle/>
          <a:p>
            <a:pPr rtl="0">
              <a:spcAft>
                <a:spcPts val="600"/>
              </a:spcAft>
            </a:pPr>
            <a:r>
              <a:rPr lang="en-GB" noProof="0" dirty="0"/>
              <a:t>10/11/2025</a:t>
            </a:r>
          </a:p>
        </p:txBody>
      </p:sp>
      <p:pic>
        <p:nvPicPr>
          <p:cNvPr id="11" name="Picture 10">
            <a:extLst>
              <a:ext uri="{FF2B5EF4-FFF2-40B4-BE49-F238E27FC236}">
                <a16:creationId xmlns:a16="http://schemas.microsoft.com/office/drawing/2014/main" id="{C992D86D-C5C7-7035-DA78-CE9D36519F26}"/>
              </a:ext>
            </a:extLst>
          </p:cNvPr>
          <p:cNvPicPr>
            <a:picLocks noChangeAspect="1"/>
          </p:cNvPicPr>
          <p:nvPr/>
        </p:nvPicPr>
        <p:blipFill>
          <a:blip r:embed="rId3"/>
          <a:stretch>
            <a:fillRect/>
          </a:stretch>
        </p:blipFill>
        <p:spPr>
          <a:xfrm>
            <a:off x="954446" y="1774382"/>
            <a:ext cx="8669394" cy="4506556"/>
          </a:xfrm>
          <a:prstGeom prst="rect">
            <a:avLst/>
          </a:prstGeom>
        </p:spPr>
      </p:pic>
      <p:sp>
        <p:nvSpPr>
          <p:cNvPr id="12" name="TextBox 11">
            <a:extLst>
              <a:ext uri="{FF2B5EF4-FFF2-40B4-BE49-F238E27FC236}">
                <a16:creationId xmlns:a16="http://schemas.microsoft.com/office/drawing/2014/main" id="{8FCAD242-0F27-0661-9DB5-8DEF2A19542A}"/>
              </a:ext>
            </a:extLst>
          </p:cNvPr>
          <p:cNvSpPr txBox="1"/>
          <p:nvPr/>
        </p:nvSpPr>
        <p:spPr>
          <a:xfrm>
            <a:off x="1032551" y="6538912"/>
            <a:ext cx="7404694" cy="246221"/>
          </a:xfrm>
          <a:prstGeom prst="rect">
            <a:avLst/>
          </a:prstGeom>
          <a:noFill/>
        </p:spPr>
        <p:txBody>
          <a:bodyPr wrap="square" rtlCol="0">
            <a:spAutoFit/>
          </a:bodyPr>
          <a:lstStyle/>
          <a:p>
            <a:r>
              <a:rPr lang="en-GB" sz="1000" dirty="0"/>
              <a:t>https://datahelpdesk.worldbank.org/knowledgebase/articles/906519-world-bank-country-and-lending-groups</a:t>
            </a:r>
          </a:p>
        </p:txBody>
      </p:sp>
      <p:sp>
        <p:nvSpPr>
          <p:cNvPr id="13" name="TextBox 12">
            <a:extLst>
              <a:ext uri="{FF2B5EF4-FFF2-40B4-BE49-F238E27FC236}">
                <a16:creationId xmlns:a16="http://schemas.microsoft.com/office/drawing/2014/main" id="{AD0F096B-5F54-080E-ACEB-133334D41D3C}"/>
              </a:ext>
            </a:extLst>
          </p:cNvPr>
          <p:cNvSpPr txBox="1"/>
          <p:nvPr/>
        </p:nvSpPr>
        <p:spPr>
          <a:xfrm>
            <a:off x="1123950" y="1438275"/>
            <a:ext cx="9410700" cy="369332"/>
          </a:xfrm>
          <a:prstGeom prst="rect">
            <a:avLst/>
          </a:prstGeom>
          <a:noFill/>
        </p:spPr>
        <p:txBody>
          <a:bodyPr wrap="square" rtlCol="0">
            <a:spAutoFit/>
          </a:bodyPr>
          <a:lstStyle/>
          <a:p>
            <a:r>
              <a:rPr lang="en-GB" dirty="0"/>
              <a:t>The PIP dataset uses the World Bank regional classification</a:t>
            </a:r>
          </a:p>
        </p:txBody>
      </p:sp>
      <p:graphicFrame>
        <p:nvGraphicFramePr>
          <p:cNvPr id="14" name="Table 13">
            <a:extLst>
              <a:ext uri="{FF2B5EF4-FFF2-40B4-BE49-F238E27FC236}">
                <a16:creationId xmlns:a16="http://schemas.microsoft.com/office/drawing/2014/main" id="{E9FE680A-C24A-174F-07BC-DF086259393E}"/>
              </a:ext>
            </a:extLst>
          </p:cNvPr>
          <p:cNvGraphicFramePr>
            <a:graphicFrameLocks noGrp="1"/>
          </p:cNvGraphicFramePr>
          <p:nvPr>
            <p:extLst>
              <p:ext uri="{D42A27DB-BD31-4B8C-83A1-F6EECF244321}">
                <p14:modId xmlns:p14="http://schemas.microsoft.com/office/powerpoint/2010/main" val="1875230185"/>
              </p:ext>
            </p:extLst>
          </p:nvPr>
        </p:nvGraphicFramePr>
        <p:xfrm>
          <a:off x="8755493" y="935911"/>
          <a:ext cx="3053712" cy="5450840"/>
        </p:xfrm>
        <a:graphic>
          <a:graphicData uri="http://schemas.openxmlformats.org/drawingml/2006/table">
            <a:tbl>
              <a:tblPr firstRow="1" bandRow="1">
                <a:tableStyleId>{5C22544A-7EE6-4342-B048-85BDC9FD1C3A}</a:tableStyleId>
              </a:tblPr>
              <a:tblGrid>
                <a:gridCol w="1767823">
                  <a:extLst>
                    <a:ext uri="{9D8B030D-6E8A-4147-A177-3AD203B41FA5}">
                      <a16:colId xmlns:a16="http://schemas.microsoft.com/office/drawing/2014/main" val="2564645255"/>
                    </a:ext>
                  </a:extLst>
                </a:gridCol>
                <a:gridCol w="1285889">
                  <a:extLst>
                    <a:ext uri="{9D8B030D-6E8A-4147-A177-3AD203B41FA5}">
                      <a16:colId xmlns:a16="http://schemas.microsoft.com/office/drawing/2014/main" val="3294726764"/>
                    </a:ext>
                  </a:extLst>
                </a:gridCol>
              </a:tblGrid>
              <a:tr h="370840">
                <a:tc>
                  <a:txBody>
                    <a:bodyPr/>
                    <a:lstStyle/>
                    <a:p>
                      <a:pPr algn="ctr"/>
                      <a:r>
                        <a:rPr lang="en-GB" sz="1600" dirty="0"/>
                        <a:t>Region</a:t>
                      </a:r>
                    </a:p>
                  </a:txBody>
                  <a:tcPr/>
                </a:tc>
                <a:tc>
                  <a:txBody>
                    <a:bodyPr/>
                    <a:lstStyle/>
                    <a:p>
                      <a:pPr algn="ctr"/>
                      <a:r>
                        <a:rPr lang="en-GB" sz="1600" dirty="0"/>
                        <a:t>No. of Countries</a:t>
                      </a:r>
                    </a:p>
                  </a:txBody>
                  <a:tcPr/>
                </a:tc>
                <a:extLst>
                  <a:ext uri="{0D108BD9-81ED-4DB2-BD59-A6C34878D82A}">
                    <a16:rowId xmlns:a16="http://schemas.microsoft.com/office/drawing/2014/main" val="2523955504"/>
                  </a:ext>
                </a:extLst>
              </a:tr>
              <a:tr h="370840">
                <a:tc>
                  <a:txBody>
                    <a:bodyPr/>
                    <a:lstStyle/>
                    <a:p>
                      <a:r>
                        <a:rPr lang="en-GB" sz="1400" dirty="0"/>
                        <a:t>East Asia &amp; Pacific</a:t>
                      </a:r>
                    </a:p>
                  </a:txBody>
                  <a:tcPr/>
                </a:tc>
                <a:tc>
                  <a:txBody>
                    <a:bodyPr/>
                    <a:lstStyle/>
                    <a:p>
                      <a:r>
                        <a:rPr lang="en-GB" sz="1400" dirty="0"/>
                        <a:t>x</a:t>
                      </a:r>
                    </a:p>
                  </a:txBody>
                  <a:tcPr/>
                </a:tc>
                <a:extLst>
                  <a:ext uri="{0D108BD9-81ED-4DB2-BD59-A6C34878D82A}">
                    <a16:rowId xmlns:a16="http://schemas.microsoft.com/office/drawing/2014/main" val="1418035653"/>
                  </a:ext>
                </a:extLst>
              </a:tr>
              <a:tr h="370840">
                <a:tc>
                  <a:txBody>
                    <a:bodyPr/>
                    <a:lstStyle/>
                    <a:p>
                      <a:r>
                        <a:rPr lang="en-GB" sz="1400" dirty="0"/>
                        <a:t>Europe &amp; Central Asia</a:t>
                      </a:r>
                    </a:p>
                  </a:txBody>
                  <a:tcPr/>
                </a:tc>
                <a:tc>
                  <a:txBody>
                    <a:bodyPr/>
                    <a:lstStyle/>
                    <a:p>
                      <a:r>
                        <a:rPr lang="en-GB" sz="1400" dirty="0"/>
                        <a:t>x</a:t>
                      </a:r>
                    </a:p>
                  </a:txBody>
                  <a:tcPr/>
                </a:tc>
                <a:extLst>
                  <a:ext uri="{0D108BD9-81ED-4DB2-BD59-A6C34878D82A}">
                    <a16:rowId xmlns:a16="http://schemas.microsoft.com/office/drawing/2014/main" val="2190558266"/>
                  </a:ext>
                </a:extLst>
              </a:tr>
              <a:tr h="370840">
                <a:tc>
                  <a:txBody>
                    <a:bodyPr/>
                    <a:lstStyle/>
                    <a:p>
                      <a:r>
                        <a:rPr lang="en-GB" sz="1400" dirty="0"/>
                        <a:t>Latin America &amp; Caribbean</a:t>
                      </a:r>
                    </a:p>
                  </a:txBody>
                  <a:tcPr/>
                </a:tc>
                <a:tc>
                  <a:txBody>
                    <a:bodyPr/>
                    <a:lstStyle/>
                    <a:p>
                      <a:r>
                        <a:rPr lang="en-GB" sz="1400" dirty="0"/>
                        <a:t>x</a:t>
                      </a:r>
                    </a:p>
                  </a:txBody>
                  <a:tcPr/>
                </a:tc>
                <a:extLst>
                  <a:ext uri="{0D108BD9-81ED-4DB2-BD59-A6C34878D82A}">
                    <a16:rowId xmlns:a16="http://schemas.microsoft.com/office/drawing/2014/main" val="2079722407"/>
                  </a:ext>
                </a:extLst>
              </a:tr>
              <a:tr h="370840">
                <a:tc>
                  <a:txBody>
                    <a:bodyPr/>
                    <a:lstStyle/>
                    <a:p>
                      <a:r>
                        <a:rPr lang="en-GB" sz="1400" dirty="0"/>
                        <a:t>Middle East, North Africa, Afghanistan &amp; Pakistan</a:t>
                      </a:r>
                    </a:p>
                  </a:txBody>
                  <a:tcPr/>
                </a:tc>
                <a:tc>
                  <a:txBody>
                    <a:bodyPr/>
                    <a:lstStyle/>
                    <a:p>
                      <a:r>
                        <a:rPr lang="en-GB" sz="1400" dirty="0"/>
                        <a:t>x</a:t>
                      </a:r>
                    </a:p>
                  </a:txBody>
                  <a:tcPr/>
                </a:tc>
                <a:extLst>
                  <a:ext uri="{0D108BD9-81ED-4DB2-BD59-A6C34878D82A}">
                    <a16:rowId xmlns:a16="http://schemas.microsoft.com/office/drawing/2014/main" val="4160891778"/>
                  </a:ext>
                </a:extLst>
              </a:tr>
              <a:tr h="370840">
                <a:tc>
                  <a:txBody>
                    <a:bodyPr/>
                    <a:lstStyle/>
                    <a:p>
                      <a:r>
                        <a:rPr lang="en-GB" sz="1400" dirty="0"/>
                        <a:t>North America</a:t>
                      </a:r>
                    </a:p>
                  </a:txBody>
                  <a:tcPr/>
                </a:tc>
                <a:tc>
                  <a:txBody>
                    <a:bodyPr/>
                    <a:lstStyle/>
                    <a:p>
                      <a:endParaRPr lang="en-GB" sz="1400" dirty="0"/>
                    </a:p>
                  </a:txBody>
                  <a:tcPr/>
                </a:tc>
                <a:extLst>
                  <a:ext uri="{0D108BD9-81ED-4DB2-BD59-A6C34878D82A}">
                    <a16:rowId xmlns:a16="http://schemas.microsoft.com/office/drawing/2014/main" val="446947053"/>
                  </a:ext>
                </a:extLst>
              </a:tr>
              <a:tr h="370840">
                <a:tc>
                  <a:txBody>
                    <a:bodyPr/>
                    <a:lstStyle/>
                    <a:p>
                      <a:r>
                        <a:rPr lang="en-GB" sz="1400" dirty="0"/>
                        <a:t>South Asia</a:t>
                      </a:r>
                    </a:p>
                  </a:txBody>
                  <a:tcPr/>
                </a:tc>
                <a:tc>
                  <a:txBody>
                    <a:bodyPr/>
                    <a:lstStyle/>
                    <a:p>
                      <a:r>
                        <a:rPr lang="en-GB" sz="1400" dirty="0"/>
                        <a:t>x</a:t>
                      </a:r>
                    </a:p>
                  </a:txBody>
                  <a:tcPr/>
                </a:tc>
                <a:extLst>
                  <a:ext uri="{0D108BD9-81ED-4DB2-BD59-A6C34878D82A}">
                    <a16:rowId xmlns:a16="http://schemas.microsoft.com/office/drawing/2014/main" val="3988721659"/>
                  </a:ext>
                </a:extLst>
              </a:tr>
              <a:tr h="370840">
                <a:tc>
                  <a:txBody>
                    <a:bodyPr/>
                    <a:lstStyle/>
                    <a:p>
                      <a:r>
                        <a:rPr lang="en-GB" sz="1400" dirty="0"/>
                        <a:t>Sub-Saharan Africa</a:t>
                      </a:r>
                    </a:p>
                  </a:txBody>
                  <a:tcPr/>
                </a:tc>
                <a:tc>
                  <a:txBody>
                    <a:bodyPr/>
                    <a:lstStyle/>
                    <a:p>
                      <a:r>
                        <a:rPr lang="en-GB" sz="1400" dirty="0"/>
                        <a:t>x</a:t>
                      </a:r>
                    </a:p>
                  </a:txBody>
                  <a:tcPr/>
                </a:tc>
                <a:extLst>
                  <a:ext uri="{0D108BD9-81ED-4DB2-BD59-A6C34878D82A}">
                    <a16:rowId xmlns:a16="http://schemas.microsoft.com/office/drawing/2014/main" val="1159814810"/>
                  </a:ext>
                </a:extLst>
              </a:tr>
              <a:tr h="370840">
                <a:tc>
                  <a:txBody>
                    <a:bodyPr/>
                    <a:lstStyle/>
                    <a:p>
                      <a:r>
                        <a:rPr lang="en-GB" sz="1400" dirty="0"/>
                        <a:t>Total</a:t>
                      </a:r>
                    </a:p>
                  </a:txBody>
                  <a:tcPr/>
                </a:tc>
                <a:tc>
                  <a:txBody>
                    <a:bodyPr/>
                    <a:lstStyle/>
                    <a:p>
                      <a:endParaRPr lang="en-GB" sz="1400" dirty="0"/>
                    </a:p>
                  </a:txBody>
                  <a:tcPr/>
                </a:tc>
                <a:extLst>
                  <a:ext uri="{0D108BD9-81ED-4DB2-BD59-A6C34878D82A}">
                    <a16:rowId xmlns:a16="http://schemas.microsoft.com/office/drawing/2014/main" val="3971858920"/>
                  </a:ext>
                </a:extLst>
              </a:tr>
              <a:tr h="370840">
                <a:tc>
                  <a:txBody>
                    <a:bodyPr/>
                    <a:lstStyle/>
                    <a:p>
                      <a:r>
                        <a:rPr lang="en-GB" sz="1400" dirty="0"/>
                        <a:t>World</a:t>
                      </a:r>
                    </a:p>
                  </a:txBody>
                  <a:tcPr/>
                </a:tc>
                <a:tc>
                  <a:txBody>
                    <a:bodyPr/>
                    <a:lstStyle/>
                    <a:p>
                      <a:endParaRPr lang="en-GB" sz="1400" dirty="0"/>
                    </a:p>
                  </a:txBody>
                  <a:tcPr/>
                </a:tc>
                <a:extLst>
                  <a:ext uri="{0D108BD9-81ED-4DB2-BD59-A6C34878D82A}">
                    <a16:rowId xmlns:a16="http://schemas.microsoft.com/office/drawing/2014/main" val="1633539537"/>
                  </a:ext>
                </a:extLst>
              </a:tr>
              <a:tr h="370840">
                <a:tc>
                  <a:txBody>
                    <a:bodyPr/>
                    <a:lstStyle/>
                    <a:p>
                      <a:r>
                        <a:rPr lang="en-GB" sz="1400" dirty="0"/>
                        <a:t>High Income </a:t>
                      </a:r>
                      <a:r>
                        <a:rPr lang="en-GB" sz="1400" dirty="0" err="1"/>
                        <a:t>countriesworld</a:t>
                      </a:r>
                      <a:endParaRPr lang="en-GB" sz="1400" dirty="0"/>
                    </a:p>
                  </a:txBody>
                  <a:tcPr/>
                </a:tc>
                <a:tc>
                  <a:txBody>
                    <a:bodyPr/>
                    <a:lstStyle/>
                    <a:p>
                      <a:endParaRPr lang="en-GB" sz="1400" dirty="0"/>
                    </a:p>
                  </a:txBody>
                  <a:tcPr/>
                </a:tc>
                <a:extLst>
                  <a:ext uri="{0D108BD9-81ED-4DB2-BD59-A6C34878D82A}">
                    <a16:rowId xmlns:a16="http://schemas.microsoft.com/office/drawing/2014/main" val="2368953230"/>
                  </a:ext>
                </a:extLst>
              </a:tr>
            </a:tbl>
          </a:graphicData>
        </a:graphic>
      </p:graphicFrame>
    </p:spTree>
    <p:extLst>
      <p:ext uri="{BB962C8B-B14F-4D97-AF65-F5344CB8AC3E}">
        <p14:creationId xmlns:p14="http://schemas.microsoft.com/office/powerpoint/2010/main" val="796002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907F437-B732-C80E-3A7D-E2456463C5EC}"/>
              </a:ext>
            </a:extLst>
          </p:cNvPr>
          <p:cNvSpPr txBox="1"/>
          <p:nvPr/>
        </p:nvSpPr>
        <p:spPr>
          <a:xfrm>
            <a:off x="576072" y="365125"/>
            <a:ext cx="10771632"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GB" sz="2600" b="1" kern="1200" cap="all" baseline="0" dirty="0">
                <a:solidFill>
                  <a:schemeClr val="bg1"/>
                </a:solidFill>
                <a:latin typeface="+mj-lt"/>
                <a:ea typeface="+mj-ea"/>
                <a:cs typeface="+mj-cs"/>
              </a:rPr>
              <a:t>To what extent does economic growth reduce extreme poverty across world regions, and how does income inequality influence this relationship</a:t>
            </a:r>
          </a:p>
        </p:txBody>
      </p:sp>
      <p:pic>
        <p:nvPicPr>
          <p:cNvPr id="9" name="Picture 8">
            <a:extLst>
              <a:ext uri="{FF2B5EF4-FFF2-40B4-BE49-F238E27FC236}">
                <a16:creationId xmlns:a16="http://schemas.microsoft.com/office/drawing/2014/main" id="{C39DA409-AEEF-2DAB-2BD0-B62DC4920648}"/>
              </a:ext>
            </a:extLst>
          </p:cNvPr>
          <p:cNvPicPr>
            <a:picLocks noChangeAspect="1"/>
          </p:cNvPicPr>
          <p:nvPr/>
        </p:nvPicPr>
        <p:blipFill>
          <a:blip r:embed="rId2"/>
          <a:stretch>
            <a:fillRect/>
          </a:stretch>
        </p:blipFill>
        <p:spPr>
          <a:xfrm>
            <a:off x="1876124" y="1825625"/>
            <a:ext cx="8171527" cy="4351338"/>
          </a:xfrm>
          <a:prstGeom prst="rect">
            <a:avLst/>
          </a:prstGeom>
          <a:noFill/>
        </p:spPr>
      </p:pic>
      <p:sp>
        <p:nvSpPr>
          <p:cNvPr id="3" name="Date Placeholder 2">
            <a:extLst>
              <a:ext uri="{FF2B5EF4-FFF2-40B4-BE49-F238E27FC236}">
                <a16:creationId xmlns:a16="http://schemas.microsoft.com/office/drawing/2014/main" id="{DEA21796-835A-B008-E0D8-1D5FBC141C6E}"/>
              </a:ext>
            </a:extLst>
          </p:cNvPr>
          <p:cNvSpPr>
            <a:spLocks noGrp="1"/>
          </p:cNvSpPr>
          <p:nvPr>
            <p:ph type="dt" sz="half" idx="10"/>
          </p:nvPr>
        </p:nvSpPr>
        <p:spPr>
          <a:xfrm>
            <a:off x="658368" y="6356350"/>
            <a:ext cx="2743200" cy="365125"/>
          </a:xfrm>
        </p:spPr>
        <p:txBody>
          <a:bodyPr vert="horz" lIns="91440" tIns="45720" rIns="91440" bIns="45720" rtlCol="0" anchor="ctr">
            <a:normAutofit/>
          </a:bodyPr>
          <a:lstStyle/>
          <a:p>
            <a:pPr>
              <a:spcAft>
                <a:spcPts val="600"/>
              </a:spcAft>
            </a:pPr>
            <a:r>
              <a:rPr lang="en-GB" b="1" i="0" kern="1200" cap="all" spc="100" baseline="0" dirty="0">
                <a:latin typeface="+mn-lt"/>
                <a:ea typeface="+mn-ea"/>
                <a:cs typeface="+mn-cs"/>
              </a:rPr>
              <a:t>10/11/2025</a:t>
            </a:r>
          </a:p>
        </p:txBody>
      </p:sp>
      <p:sp>
        <p:nvSpPr>
          <p:cNvPr id="5" name="Slide Number Placeholder 4">
            <a:extLst>
              <a:ext uri="{FF2B5EF4-FFF2-40B4-BE49-F238E27FC236}">
                <a16:creationId xmlns:a16="http://schemas.microsoft.com/office/drawing/2014/main" id="{1CC86607-3D7E-E86F-49B3-78D33616DCF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D8DA9DAA-006C-4F4B-980E-E3DF019B24E2}" type="slidenum">
              <a:rPr lang="en-GB" smtClean="0"/>
              <a:pPr>
                <a:spcAft>
                  <a:spcPts val="600"/>
                </a:spcAft>
              </a:pPr>
              <a:t>11</a:t>
            </a:fld>
            <a:endParaRPr lang="en-GB"/>
          </a:p>
        </p:txBody>
      </p:sp>
    </p:spTree>
    <p:extLst>
      <p:ext uri="{BB962C8B-B14F-4D97-AF65-F5344CB8AC3E}">
        <p14:creationId xmlns:p14="http://schemas.microsoft.com/office/powerpoint/2010/main" val="4237494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92C3-3383-6665-7F4A-04FD7BA27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E1C56-F4E1-28C8-C280-478C548BCDE7}"/>
              </a:ext>
            </a:extLst>
          </p:cNvPr>
          <p:cNvSpPr>
            <a:spLocks noGrp="1"/>
          </p:cNvSpPr>
          <p:nvPr>
            <p:ph type="title"/>
          </p:nvPr>
        </p:nvSpPr>
        <p:spPr/>
        <p:txBody>
          <a:bodyPr>
            <a:normAutofit/>
          </a:bodyPr>
          <a:lstStyle/>
          <a:p>
            <a:r>
              <a:rPr lang="en-GB" sz="2400" dirty="0"/>
              <a:t>Palma Ratio: A  weak but positive relationship between time and inequality means inequality has risen steadily over time</a:t>
            </a:r>
          </a:p>
        </p:txBody>
      </p:sp>
      <p:sp>
        <p:nvSpPr>
          <p:cNvPr id="3" name="Date Placeholder 2">
            <a:extLst>
              <a:ext uri="{FF2B5EF4-FFF2-40B4-BE49-F238E27FC236}">
                <a16:creationId xmlns:a16="http://schemas.microsoft.com/office/drawing/2014/main" id="{F807E2DF-DCF5-6879-DCA0-66D249CBB81A}"/>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CE14B42A-8C61-E468-3161-73DE4A5F7426}"/>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70F14E5B-7E76-0B53-8239-ECCA78E8A0A0}"/>
              </a:ext>
            </a:extLst>
          </p:cNvPr>
          <p:cNvSpPr>
            <a:spLocks noGrp="1"/>
          </p:cNvSpPr>
          <p:nvPr>
            <p:ph type="sldNum" sz="quarter" idx="12"/>
          </p:nvPr>
        </p:nvSpPr>
        <p:spPr/>
        <p:txBody>
          <a:bodyPr/>
          <a:lstStyle/>
          <a:p>
            <a:pPr rtl="0"/>
            <a:fld id="{D8DA9DAA-006C-4F4B-980E-E3DF019B24E2}" type="slidenum">
              <a:rPr lang="en-GB" noProof="0" smtClean="0"/>
              <a:t>12</a:t>
            </a:fld>
            <a:endParaRPr lang="en-GB" noProof="0"/>
          </a:p>
        </p:txBody>
      </p:sp>
      <p:graphicFrame>
        <p:nvGraphicFramePr>
          <p:cNvPr id="12" name="Table 11">
            <a:extLst>
              <a:ext uri="{FF2B5EF4-FFF2-40B4-BE49-F238E27FC236}">
                <a16:creationId xmlns:a16="http://schemas.microsoft.com/office/drawing/2014/main" id="{AFC3187F-660F-E2D5-4F04-4B32E7EA776A}"/>
              </a:ext>
            </a:extLst>
          </p:cNvPr>
          <p:cNvGraphicFramePr>
            <a:graphicFrameLocks noGrp="1"/>
          </p:cNvGraphicFramePr>
          <p:nvPr>
            <p:extLst>
              <p:ext uri="{D42A27DB-BD31-4B8C-83A1-F6EECF244321}">
                <p14:modId xmlns:p14="http://schemas.microsoft.com/office/powerpoint/2010/main" val="130518592"/>
              </p:ext>
            </p:extLst>
          </p:nvPr>
        </p:nvGraphicFramePr>
        <p:xfrm>
          <a:off x="6522457" y="1690688"/>
          <a:ext cx="4621328" cy="2931160"/>
        </p:xfrm>
        <a:graphic>
          <a:graphicData uri="http://schemas.openxmlformats.org/drawingml/2006/table">
            <a:tbl>
              <a:tblPr firstRow="1" bandRow="1">
                <a:tableStyleId>{5C22544A-7EE6-4342-B048-85BDC9FD1C3A}</a:tableStyleId>
              </a:tblPr>
              <a:tblGrid>
                <a:gridCol w="4621328">
                  <a:extLst>
                    <a:ext uri="{9D8B030D-6E8A-4147-A177-3AD203B41FA5}">
                      <a16:colId xmlns:a16="http://schemas.microsoft.com/office/drawing/2014/main" val="2632233764"/>
                    </a:ext>
                  </a:extLst>
                </a:gridCol>
              </a:tblGrid>
              <a:tr h="370840">
                <a:tc>
                  <a:txBody>
                    <a:bodyPr/>
                    <a:lstStyle/>
                    <a:p>
                      <a:pPr algn="ctr"/>
                      <a:r>
                        <a:rPr lang="en-GB" dirty="0"/>
                        <a:t>Definition</a:t>
                      </a:r>
                    </a:p>
                  </a:txBody>
                  <a:tcPr/>
                </a:tc>
                <a:extLst>
                  <a:ext uri="{0D108BD9-81ED-4DB2-BD59-A6C34878D82A}">
                    <a16:rowId xmlns:a16="http://schemas.microsoft.com/office/drawing/2014/main" val="3845291591"/>
                  </a:ext>
                </a:extLst>
              </a:tr>
              <a:tr h="370840">
                <a:tc>
                  <a:txBody>
                    <a:bodyPr/>
                    <a:lstStyle/>
                    <a:p>
                      <a:r>
                        <a:rPr lang="en-GB" b="1" dirty="0"/>
                        <a:t>The Palma Index (or Palma Ratio) </a:t>
                      </a:r>
                      <a:r>
                        <a:rPr lang="en-GB" b="0" dirty="0"/>
                        <a:t>is a measure of income inequality that compares the richest 10% to the poorest 40% of a population.</a:t>
                      </a:r>
                    </a:p>
                    <a:p>
                      <a:r>
                        <a:rPr lang="en-GB" b="0" dirty="0"/>
                        <a:t>It was developed as an alternative </a:t>
                      </a:r>
                      <a:r>
                        <a:rPr lang="en-GB" dirty="0"/>
                        <a:t>to the Gini coefficient, aiming to better capture disparities at the extremes of the income distribution.</a:t>
                      </a:r>
                    </a:p>
                    <a:p>
                      <a:endParaRPr lang="en-GB" dirty="0"/>
                    </a:p>
                  </a:txBody>
                  <a:tcPr/>
                </a:tc>
                <a:extLst>
                  <a:ext uri="{0D108BD9-81ED-4DB2-BD59-A6C34878D82A}">
                    <a16:rowId xmlns:a16="http://schemas.microsoft.com/office/drawing/2014/main" val="3465756055"/>
                  </a:ext>
                </a:extLst>
              </a:tr>
            </a:tbl>
          </a:graphicData>
        </a:graphic>
      </p:graphicFrame>
      <p:pic>
        <p:nvPicPr>
          <p:cNvPr id="9" name="Picture 8" descr="A graph with a line and dots&#10;&#10;AI-generated content may be incorrect.">
            <a:extLst>
              <a:ext uri="{FF2B5EF4-FFF2-40B4-BE49-F238E27FC236}">
                <a16:creationId xmlns:a16="http://schemas.microsoft.com/office/drawing/2014/main" id="{680D4998-C869-F7CA-05E4-0CCE030E040B}"/>
              </a:ext>
            </a:extLst>
          </p:cNvPr>
          <p:cNvPicPr>
            <a:picLocks noChangeAspect="1"/>
          </p:cNvPicPr>
          <p:nvPr/>
        </p:nvPicPr>
        <p:blipFill>
          <a:blip r:embed="rId2"/>
          <a:stretch>
            <a:fillRect/>
          </a:stretch>
        </p:blipFill>
        <p:spPr>
          <a:xfrm>
            <a:off x="723900" y="1593850"/>
            <a:ext cx="5715000" cy="4762500"/>
          </a:xfrm>
          <a:prstGeom prst="rect">
            <a:avLst/>
          </a:prstGeom>
        </p:spPr>
      </p:pic>
    </p:spTree>
    <p:extLst>
      <p:ext uri="{BB962C8B-B14F-4D97-AF65-F5344CB8AC3E}">
        <p14:creationId xmlns:p14="http://schemas.microsoft.com/office/powerpoint/2010/main" val="2834435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29DF-7D17-3A11-ADCB-8657B0DB8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000FC-63B8-C33E-0CB3-FEDDE2B9DD97}"/>
              </a:ext>
            </a:extLst>
          </p:cNvPr>
          <p:cNvSpPr>
            <a:spLocks noGrp="1"/>
          </p:cNvSpPr>
          <p:nvPr>
            <p:ph type="title"/>
          </p:nvPr>
        </p:nvSpPr>
        <p:spPr/>
        <p:txBody>
          <a:bodyPr>
            <a:normAutofit/>
          </a:bodyPr>
          <a:lstStyle/>
          <a:p>
            <a:r>
              <a:rPr lang="en-GB" sz="2400" dirty="0"/>
              <a:t>Polarization: Another weak but positive trend in polarization over time</a:t>
            </a:r>
          </a:p>
        </p:txBody>
      </p:sp>
      <p:sp>
        <p:nvSpPr>
          <p:cNvPr id="3" name="Date Placeholder 2">
            <a:extLst>
              <a:ext uri="{FF2B5EF4-FFF2-40B4-BE49-F238E27FC236}">
                <a16:creationId xmlns:a16="http://schemas.microsoft.com/office/drawing/2014/main" id="{82043FA0-F9C2-E7CE-7645-F561BB265EAC}"/>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4879066D-B3A5-85AC-2ED1-7AF816600D39}"/>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9E1530F3-C942-55F6-A48E-070CC5DD9BF5}"/>
              </a:ext>
            </a:extLst>
          </p:cNvPr>
          <p:cNvSpPr>
            <a:spLocks noGrp="1"/>
          </p:cNvSpPr>
          <p:nvPr>
            <p:ph type="sldNum" sz="quarter" idx="12"/>
          </p:nvPr>
        </p:nvSpPr>
        <p:spPr/>
        <p:txBody>
          <a:bodyPr/>
          <a:lstStyle/>
          <a:p>
            <a:pPr rtl="0"/>
            <a:fld id="{D8DA9DAA-006C-4F4B-980E-E3DF019B24E2}" type="slidenum">
              <a:rPr lang="en-GB" noProof="0" smtClean="0"/>
              <a:t>13</a:t>
            </a:fld>
            <a:endParaRPr lang="en-GB" noProof="0"/>
          </a:p>
        </p:txBody>
      </p:sp>
      <p:graphicFrame>
        <p:nvGraphicFramePr>
          <p:cNvPr id="12" name="Table 11">
            <a:extLst>
              <a:ext uri="{FF2B5EF4-FFF2-40B4-BE49-F238E27FC236}">
                <a16:creationId xmlns:a16="http://schemas.microsoft.com/office/drawing/2014/main" id="{90E87043-E984-C172-53D0-CCC21B804A79}"/>
              </a:ext>
            </a:extLst>
          </p:cNvPr>
          <p:cNvGraphicFramePr>
            <a:graphicFrameLocks noGrp="1"/>
          </p:cNvGraphicFramePr>
          <p:nvPr>
            <p:extLst>
              <p:ext uri="{D42A27DB-BD31-4B8C-83A1-F6EECF244321}">
                <p14:modId xmlns:p14="http://schemas.microsoft.com/office/powerpoint/2010/main" val="4287854090"/>
              </p:ext>
            </p:extLst>
          </p:nvPr>
        </p:nvGraphicFramePr>
        <p:xfrm>
          <a:off x="6522457" y="1690688"/>
          <a:ext cx="4621328" cy="2656840"/>
        </p:xfrm>
        <a:graphic>
          <a:graphicData uri="http://schemas.openxmlformats.org/drawingml/2006/table">
            <a:tbl>
              <a:tblPr firstRow="1" bandRow="1">
                <a:tableStyleId>{5C22544A-7EE6-4342-B048-85BDC9FD1C3A}</a:tableStyleId>
              </a:tblPr>
              <a:tblGrid>
                <a:gridCol w="4621328">
                  <a:extLst>
                    <a:ext uri="{9D8B030D-6E8A-4147-A177-3AD203B41FA5}">
                      <a16:colId xmlns:a16="http://schemas.microsoft.com/office/drawing/2014/main" val="2632233764"/>
                    </a:ext>
                  </a:extLst>
                </a:gridCol>
              </a:tblGrid>
              <a:tr h="370840">
                <a:tc>
                  <a:txBody>
                    <a:bodyPr/>
                    <a:lstStyle/>
                    <a:p>
                      <a:pPr algn="ctr"/>
                      <a:r>
                        <a:rPr lang="en-GB" dirty="0"/>
                        <a:t>Definition</a:t>
                      </a:r>
                    </a:p>
                  </a:txBody>
                  <a:tcPr/>
                </a:tc>
                <a:extLst>
                  <a:ext uri="{0D108BD9-81ED-4DB2-BD59-A6C34878D82A}">
                    <a16:rowId xmlns:a16="http://schemas.microsoft.com/office/drawing/2014/main" val="3845291591"/>
                  </a:ext>
                </a:extLst>
              </a:tr>
              <a:tr h="370840">
                <a:tc>
                  <a:txBody>
                    <a:bodyPr/>
                    <a:lstStyle/>
                    <a:p>
                      <a:r>
                        <a:rPr lang="en-GB" b="1" dirty="0"/>
                        <a:t>Polarization</a:t>
                      </a:r>
                      <a:r>
                        <a:rPr lang="en-GB" b="0" dirty="0"/>
                        <a:t> in economics refers to the growing divide between high-income and low-income groups, often accompanied by the shrinking of the middle class. It’s a key concept in understanding inequality trends, especially in advanced and globalizing economies</a:t>
                      </a:r>
                    </a:p>
                  </a:txBody>
                  <a:tcPr/>
                </a:tc>
                <a:extLst>
                  <a:ext uri="{0D108BD9-81ED-4DB2-BD59-A6C34878D82A}">
                    <a16:rowId xmlns:a16="http://schemas.microsoft.com/office/drawing/2014/main" val="3465756055"/>
                  </a:ext>
                </a:extLst>
              </a:tr>
            </a:tbl>
          </a:graphicData>
        </a:graphic>
      </p:graphicFrame>
      <p:pic>
        <p:nvPicPr>
          <p:cNvPr id="7" name="Picture 6" descr="A graph with a line and a line&#10;&#10;AI-generated content may be incorrect.">
            <a:extLst>
              <a:ext uri="{FF2B5EF4-FFF2-40B4-BE49-F238E27FC236}">
                <a16:creationId xmlns:a16="http://schemas.microsoft.com/office/drawing/2014/main" id="{606C7A13-ACA0-F0D6-7882-08BEAE5A0789}"/>
              </a:ext>
            </a:extLst>
          </p:cNvPr>
          <p:cNvPicPr>
            <a:picLocks noChangeAspect="1"/>
          </p:cNvPicPr>
          <p:nvPr/>
        </p:nvPicPr>
        <p:blipFill>
          <a:blip r:embed="rId2"/>
          <a:stretch>
            <a:fillRect/>
          </a:stretch>
        </p:blipFill>
        <p:spPr>
          <a:xfrm>
            <a:off x="807457" y="1482647"/>
            <a:ext cx="5715000" cy="4762500"/>
          </a:xfrm>
          <a:prstGeom prst="rect">
            <a:avLst/>
          </a:prstGeom>
        </p:spPr>
      </p:pic>
    </p:spTree>
    <p:extLst>
      <p:ext uri="{BB962C8B-B14F-4D97-AF65-F5344CB8AC3E}">
        <p14:creationId xmlns:p14="http://schemas.microsoft.com/office/powerpoint/2010/main" val="4068518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B8A5D-EEB5-BFD4-A030-5305DFB8C96E}"/>
              </a:ext>
            </a:extLst>
          </p:cNvPr>
          <p:cNvSpPr>
            <a:spLocks noGrp="1"/>
          </p:cNvSpPr>
          <p:nvPr>
            <p:ph type="title"/>
          </p:nvPr>
        </p:nvSpPr>
        <p:spPr/>
        <p:txBody>
          <a:bodyPr>
            <a:normAutofit/>
          </a:bodyPr>
          <a:lstStyle/>
          <a:p>
            <a:r>
              <a:rPr lang="en-GB" sz="2400" dirty="0"/>
              <a:t>Gini Index: The weak positive relationship between time and inequality means inequality has risen steadily over time</a:t>
            </a:r>
          </a:p>
        </p:txBody>
      </p:sp>
      <p:sp>
        <p:nvSpPr>
          <p:cNvPr id="3" name="Date Placeholder 2">
            <a:extLst>
              <a:ext uri="{FF2B5EF4-FFF2-40B4-BE49-F238E27FC236}">
                <a16:creationId xmlns:a16="http://schemas.microsoft.com/office/drawing/2014/main" id="{0A372862-DD0B-F3BA-3996-42CDE83105BD}"/>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DD969254-A030-30A8-C273-6D61E5E88486}"/>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5461B62A-0F25-AD6E-4096-B9F72E007C14}"/>
              </a:ext>
            </a:extLst>
          </p:cNvPr>
          <p:cNvSpPr>
            <a:spLocks noGrp="1"/>
          </p:cNvSpPr>
          <p:nvPr>
            <p:ph type="sldNum" sz="quarter" idx="12"/>
          </p:nvPr>
        </p:nvSpPr>
        <p:spPr/>
        <p:txBody>
          <a:bodyPr/>
          <a:lstStyle/>
          <a:p>
            <a:pPr rtl="0"/>
            <a:fld id="{D8DA9DAA-006C-4F4B-980E-E3DF019B24E2}" type="slidenum">
              <a:rPr lang="en-GB" noProof="0" smtClean="0"/>
              <a:t>14</a:t>
            </a:fld>
            <a:endParaRPr lang="en-GB" noProof="0"/>
          </a:p>
        </p:txBody>
      </p:sp>
      <p:pic>
        <p:nvPicPr>
          <p:cNvPr id="11" name="Picture 10" descr="A graph with a line and dots&#10;&#10;AI-generated content may be incorrect.">
            <a:extLst>
              <a:ext uri="{FF2B5EF4-FFF2-40B4-BE49-F238E27FC236}">
                <a16:creationId xmlns:a16="http://schemas.microsoft.com/office/drawing/2014/main" id="{6C876579-611B-CA88-5374-B447B91A5AC9}"/>
              </a:ext>
            </a:extLst>
          </p:cNvPr>
          <p:cNvPicPr>
            <a:picLocks noChangeAspect="1"/>
          </p:cNvPicPr>
          <p:nvPr/>
        </p:nvPicPr>
        <p:blipFill>
          <a:blip r:embed="rId2"/>
          <a:stretch>
            <a:fillRect/>
          </a:stretch>
        </p:blipFill>
        <p:spPr>
          <a:xfrm>
            <a:off x="1086315" y="1593850"/>
            <a:ext cx="5715000" cy="4762500"/>
          </a:xfrm>
          <a:prstGeom prst="rect">
            <a:avLst/>
          </a:prstGeom>
        </p:spPr>
      </p:pic>
      <p:graphicFrame>
        <p:nvGraphicFramePr>
          <p:cNvPr id="12" name="Table 11">
            <a:extLst>
              <a:ext uri="{FF2B5EF4-FFF2-40B4-BE49-F238E27FC236}">
                <a16:creationId xmlns:a16="http://schemas.microsoft.com/office/drawing/2014/main" id="{6A2E0550-65B4-7C4F-FF47-C0A1CFA5F5D9}"/>
              </a:ext>
            </a:extLst>
          </p:cNvPr>
          <p:cNvGraphicFramePr>
            <a:graphicFrameLocks noGrp="1"/>
          </p:cNvGraphicFramePr>
          <p:nvPr>
            <p:extLst>
              <p:ext uri="{D42A27DB-BD31-4B8C-83A1-F6EECF244321}">
                <p14:modId xmlns:p14="http://schemas.microsoft.com/office/powerpoint/2010/main" val="2429488042"/>
              </p:ext>
            </p:extLst>
          </p:nvPr>
        </p:nvGraphicFramePr>
        <p:xfrm>
          <a:off x="6522457" y="1690688"/>
          <a:ext cx="4621328" cy="1833880"/>
        </p:xfrm>
        <a:graphic>
          <a:graphicData uri="http://schemas.openxmlformats.org/drawingml/2006/table">
            <a:tbl>
              <a:tblPr firstRow="1" bandRow="1">
                <a:tableStyleId>{5C22544A-7EE6-4342-B048-85BDC9FD1C3A}</a:tableStyleId>
              </a:tblPr>
              <a:tblGrid>
                <a:gridCol w="4621328">
                  <a:extLst>
                    <a:ext uri="{9D8B030D-6E8A-4147-A177-3AD203B41FA5}">
                      <a16:colId xmlns:a16="http://schemas.microsoft.com/office/drawing/2014/main" val="2632233764"/>
                    </a:ext>
                  </a:extLst>
                </a:gridCol>
              </a:tblGrid>
              <a:tr h="370840">
                <a:tc>
                  <a:txBody>
                    <a:bodyPr/>
                    <a:lstStyle/>
                    <a:p>
                      <a:pPr algn="ctr"/>
                      <a:r>
                        <a:rPr lang="en-GB" dirty="0"/>
                        <a:t>Definition</a:t>
                      </a:r>
                    </a:p>
                  </a:txBody>
                  <a:tcPr/>
                </a:tc>
                <a:extLst>
                  <a:ext uri="{0D108BD9-81ED-4DB2-BD59-A6C34878D82A}">
                    <a16:rowId xmlns:a16="http://schemas.microsoft.com/office/drawing/2014/main" val="3845291591"/>
                  </a:ext>
                </a:extLst>
              </a:tr>
              <a:tr h="370840">
                <a:tc>
                  <a:txBody>
                    <a:bodyPr/>
                    <a:lstStyle/>
                    <a:p>
                      <a:r>
                        <a:rPr lang="en-GB" dirty="0"/>
                        <a:t>The </a:t>
                      </a:r>
                      <a:r>
                        <a:rPr lang="en-GB" b="1" dirty="0"/>
                        <a:t>Gini index</a:t>
                      </a:r>
                      <a:r>
                        <a:rPr lang="en-GB" dirty="0"/>
                        <a:t> (or </a:t>
                      </a:r>
                      <a:r>
                        <a:rPr lang="en-GB" b="1" dirty="0"/>
                        <a:t>Gini coefficient</a:t>
                      </a:r>
                      <a:r>
                        <a:rPr lang="en-GB" dirty="0"/>
                        <a:t>) is a widely used measure of </a:t>
                      </a:r>
                      <a:r>
                        <a:rPr lang="en-GB" b="1" dirty="0"/>
                        <a:t>income or wealth inequality</a:t>
                      </a:r>
                      <a:r>
                        <a:rPr lang="en-GB" dirty="0"/>
                        <a:t> within a population. It tells you how evenly income or consumption is distributed.</a:t>
                      </a:r>
                    </a:p>
                  </a:txBody>
                  <a:tcPr/>
                </a:tc>
                <a:extLst>
                  <a:ext uri="{0D108BD9-81ED-4DB2-BD59-A6C34878D82A}">
                    <a16:rowId xmlns:a16="http://schemas.microsoft.com/office/drawing/2014/main" val="3465756055"/>
                  </a:ext>
                </a:extLst>
              </a:tr>
            </a:tbl>
          </a:graphicData>
        </a:graphic>
      </p:graphicFrame>
    </p:spTree>
    <p:extLst>
      <p:ext uri="{BB962C8B-B14F-4D97-AF65-F5344CB8AC3E}">
        <p14:creationId xmlns:p14="http://schemas.microsoft.com/office/powerpoint/2010/main" val="1073833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83617-BF1B-8CAD-3301-16901EE2B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8787B8-8B5F-37BD-24D2-E95B8A313EB2}"/>
              </a:ext>
            </a:extLst>
          </p:cNvPr>
          <p:cNvSpPr>
            <a:spLocks noGrp="1"/>
          </p:cNvSpPr>
          <p:nvPr>
            <p:ph type="title"/>
          </p:nvPr>
        </p:nvSpPr>
        <p:spPr/>
        <p:txBody>
          <a:bodyPr>
            <a:normAutofit/>
          </a:bodyPr>
          <a:lstStyle/>
          <a:p>
            <a:r>
              <a:rPr lang="en-GB" sz="2400" dirty="0"/>
              <a:t>MLD: A slightly stronger positive relationship between time and inequality but again a consistent trend rather than being highly predictive</a:t>
            </a:r>
          </a:p>
        </p:txBody>
      </p:sp>
      <p:sp>
        <p:nvSpPr>
          <p:cNvPr id="3" name="Date Placeholder 2">
            <a:extLst>
              <a:ext uri="{FF2B5EF4-FFF2-40B4-BE49-F238E27FC236}">
                <a16:creationId xmlns:a16="http://schemas.microsoft.com/office/drawing/2014/main" id="{A21193BB-3AE6-59D1-045F-C7C5046E30FA}"/>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67393C90-2B53-2462-8F08-A166FD8D1510}"/>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1E4D898D-5DC7-C86E-05D5-493D5B629439}"/>
              </a:ext>
            </a:extLst>
          </p:cNvPr>
          <p:cNvSpPr>
            <a:spLocks noGrp="1"/>
          </p:cNvSpPr>
          <p:nvPr>
            <p:ph type="sldNum" sz="quarter" idx="12"/>
          </p:nvPr>
        </p:nvSpPr>
        <p:spPr/>
        <p:txBody>
          <a:bodyPr/>
          <a:lstStyle/>
          <a:p>
            <a:pPr rtl="0"/>
            <a:fld id="{D8DA9DAA-006C-4F4B-980E-E3DF019B24E2}" type="slidenum">
              <a:rPr lang="en-GB" noProof="0" smtClean="0"/>
              <a:t>15</a:t>
            </a:fld>
            <a:endParaRPr lang="en-GB" noProof="0"/>
          </a:p>
        </p:txBody>
      </p:sp>
      <p:graphicFrame>
        <p:nvGraphicFramePr>
          <p:cNvPr id="12" name="Table 11">
            <a:extLst>
              <a:ext uri="{FF2B5EF4-FFF2-40B4-BE49-F238E27FC236}">
                <a16:creationId xmlns:a16="http://schemas.microsoft.com/office/drawing/2014/main" id="{568FEBD1-D9B9-F14B-1CF1-DEF3634F9A6B}"/>
              </a:ext>
            </a:extLst>
          </p:cNvPr>
          <p:cNvGraphicFramePr>
            <a:graphicFrameLocks noGrp="1"/>
          </p:cNvGraphicFramePr>
          <p:nvPr>
            <p:extLst>
              <p:ext uri="{D42A27DB-BD31-4B8C-83A1-F6EECF244321}">
                <p14:modId xmlns:p14="http://schemas.microsoft.com/office/powerpoint/2010/main" val="2637530958"/>
              </p:ext>
            </p:extLst>
          </p:nvPr>
        </p:nvGraphicFramePr>
        <p:xfrm>
          <a:off x="6636757" y="1928813"/>
          <a:ext cx="4621328" cy="2382520"/>
        </p:xfrm>
        <a:graphic>
          <a:graphicData uri="http://schemas.openxmlformats.org/drawingml/2006/table">
            <a:tbl>
              <a:tblPr firstRow="1" bandRow="1">
                <a:tableStyleId>{5C22544A-7EE6-4342-B048-85BDC9FD1C3A}</a:tableStyleId>
              </a:tblPr>
              <a:tblGrid>
                <a:gridCol w="4621328">
                  <a:extLst>
                    <a:ext uri="{9D8B030D-6E8A-4147-A177-3AD203B41FA5}">
                      <a16:colId xmlns:a16="http://schemas.microsoft.com/office/drawing/2014/main" val="2632233764"/>
                    </a:ext>
                  </a:extLst>
                </a:gridCol>
              </a:tblGrid>
              <a:tr h="370840">
                <a:tc>
                  <a:txBody>
                    <a:bodyPr/>
                    <a:lstStyle/>
                    <a:p>
                      <a:pPr algn="ctr"/>
                      <a:r>
                        <a:rPr lang="en-GB" dirty="0"/>
                        <a:t>Definition</a:t>
                      </a:r>
                    </a:p>
                  </a:txBody>
                  <a:tcPr/>
                </a:tc>
                <a:extLst>
                  <a:ext uri="{0D108BD9-81ED-4DB2-BD59-A6C34878D82A}">
                    <a16:rowId xmlns:a16="http://schemas.microsoft.com/office/drawing/2014/main" val="3845291591"/>
                  </a:ext>
                </a:extLst>
              </a:tr>
              <a:tr h="370840">
                <a:tc>
                  <a:txBody>
                    <a:bodyPr/>
                    <a:lstStyle/>
                    <a:p>
                      <a:r>
                        <a:rPr lang="en-GB" b="1" dirty="0"/>
                        <a:t>MLD (Mean Log Deviation) </a:t>
                      </a:r>
                      <a:r>
                        <a:rPr lang="en-GB" b="0" dirty="0"/>
                        <a:t>is a measure of income inequality that emphasizes disparities at the lower end of the income distribution. It’s part of the generalized entropy class of inequality metrics and is especially sensitive to changes among the poorest.</a:t>
                      </a:r>
                    </a:p>
                  </a:txBody>
                  <a:tcPr/>
                </a:tc>
                <a:extLst>
                  <a:ext uri="{0D108BD9-81ED-4DB2-BD59-A6C34878D82A}">
                    <a16:rowId xmlns:a16="http://schemas.microsoft.com/office/drawing/2014/main" val="3465756055"/>
                  </a:ext>
                </a:extLst>
              </a:tr>
            </a:tbl>
          </a:graphicData>
        </a:graphic>
      </p:graphicFrame>
      <p:pic>
        <p:nvPicPr>
          <p:cNvPr id="7" name="Picture 6" descr="A graph with a line and numbers&#10;&#10;AI-generated content may be incorrect.">
            <a:extLst>
              <a:ext uri="{FF2B5EF4-FFF2-40B4-BE49-F238E27FC236}">
                <a16:creationId xmlns:a16="http://schemas.microsoft.com/office/drawing/2014/main" id="{EBAAA83F-7959-007C-C8C3-A3782419A3F4}"/>
              </a:ext>
            </a:extLst>
          </p:cNvPr>
          <p:cNvPicPr>
            <a:picLocks noChangeAspect="1"/>
          </p:cNvPicPr>
          <p:nvPr/>
        </p:nvPicPr>
        <p:blipFill>
          <a:blip r:embed="rId3"/>
          <a:stretch>
            <a:fillRect/>
          </a:stretch>
        </p:blipFill>
        <p:spPr>
          <a:xfrm>
            <a:off x="723900" y="1690688"/>
            <a:ext cx="5715000" cy="4762500"/>
          </a:xfrm>
          <a:prstGeom prst="rect">
            <a:avLst/>
          </a:prstGeom>
        </p:spPr>
      </p:pic>
    </p:spTree>
    <p:extLst>
      <p:ext uri="{BB962C8B-B14F-4D97-AF65-F5344CB8AC3E}">
        <p14:creationId xmlns:p14="http://schemas.microsoft.com/office/powerpoint/2010/main" val="2331668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13448-A55A-9348-F364-0443089F5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7660C-DB92-4CDB-4242-EA01591A7D32}"/>
              </a:ext>
            </a:extLst>
          </p:cNvPr>
          <p:cNvSpPr>
            <a:spLocks noGrp="1"/>
          </p:cNvSpPr>
          <p:nvPr>
            <p:ph type="title"/>
          </p:nvPr>
        </p:nvSpPr>
        <p:spPr/>
        <p:txBody>
          <a:bodyPr>
            <a:normAutofit fontScale="90000"/>
          </a:bodyPr>
          <a:lstStyle/>
          <a:p>
            <a:r>
              <a:rPr lang="en-GB" sz="2400" dirty="0"/>
              <a:t>Income Gap Ratio: Whilst each poverty measure shows a persistent incline over time, the ‘income gap ratio upper mid income </a:t>
            </a:r>
            <a:r>
              <a:rPr lang="en-GB" sz="2400" dirty="0" err="1"/>
              <a:t>povline</a:t>
            </a:r>
            <a:r>
              <a:rPr lang="en-GB" sz="2400" dirty="0"/>
              <a:t>’ shows the biggest increase. </a:t>
            </a:r>
            <a:br>
              <a:rPr lang="en-GB" sz="2400" dirty="0"/>
            </a:br>
            <a:r>
              <a:rPr lang="en-GB" sz="1100" dirty="0"/>
              <a:t>The blue International poverty line is designed for low-income countries and so in the UK may understate poverty. Hence the red and green lines give a better indication of poverty., capturing relative deprivation and social exclusion</a:t>
            </a:r>
          </a:p>
        </p:txBody>
      </p:sp>
      <p:sp>
        <p:nvSpPr>
          <p:cNvPr id="3" name="Date Placeholder 2">
            <a:extLst>
              <a:ext uri="{FF2B5EF4-FFF2-40B4-BE49-F238E27FC236}">
                <a16:creationId xmlns:a16="http://schemas.microsoft.com/office/drawing/2014/main" id="{1F29C555-B884-D3A5-4BC3-D4856EFB02D5}"/>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FA34250B-95B2-0A79-3B2F-E7A0E53BF266}"/>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38E4281E-0759-5640-4570-CA402196580F}"/>
              </a:ext>
            </a:extLst>
          </p:cNvPr>
          <p:cNvSpPr>
            <a:spLocks noGrp="1"/>
          </p:cNvSpPr>
          <p:nvPr>
            <p:ph type="sldNum" sz="quarter" idx="12"/>
          </p:nvPr>
        </p:nvSpPr>
        <p:spPr/>
        <p:txBody>
          <a:bodyPr/>
          <a:lstStyle/>
          <a:p>
            <a:pPr rtl="0"/>
            <a:fld id="{D8DA9DAA-006C-4F4B-980E-E3DF019B24E2}" type="slidenum">
              <a:rPr lang="en-GB" noProof="0" smtClean="0"/>
              <a:t>16</a:t>
            </a:fld>
            <a:endParaRPr lang="en-GB" noProof="0"/>
          </a:p>
        </p:txBody>
      </p:sp>
      <p:pic>
        <p:nvPicPr>
          <p:cNvPr id="10" name="Picture 9" descr="A graph of a graph showing the amount of poverty&#10;&#10;AI-generated content may be incorrect.">
            <a:extLst>
              <a:ext uri="{FF2B5EF4-FFF2-40B4-BE49-F238E27FC236}">
                <a16:creationId xmlns:a16="http://schemas.microsoft.com/office/drawing/2014/main" id="{A65400C5-8049-1F5B-9967-9B3E1D2041F4}"/>
              </a:ext>
            </a:extLst>
          </p:cNvPr>
          <p:cNvPicPr>
            <a:picLocks noChangeAspect="1"/>
          </p:cNvPicPr>
          <p:nvPr/>
        </p:nvPicPr>
        <p:blipFill>
          <a:blip r:embed="rId3"/>
          <a:stretch>
            <a:fillRect/>
          </a:stretch>
        </p:blipFill>
        <p:spPr>
          <a:xfrm>
            <a:off x="1117909" y="1662527"/>
            <a:ext cx="7780764" cy="4668458"/>
          </a:xfrm>
          <a:prstGeom prst="rect">
            <a:avLst/>
          </a:prstGeom>
        </p:spPr>
      </p:pic>
      <p:graphicFrame>
        <p:nvGraphicFramePr>
          <p:cNvPr id="12" name="Table 11">
            <a:extLst>
              <a:ext uri="{FF2B5EF4-FFF2-40B4-BE49-F238E27FC236}">
                <a16:creationId xmlns:a16="http://schemas.microsoft.com/office/drawing/2014/main" id="{B9532AF1-6AF3-AC2C-054F-EA32F080C592}"/>
              </a:ext>
            </a:extLst>
          </p:cNvPr>
          <p:cNvGraphicFramePr>
            <a:graphicFrameLocks noGrp="1"/>
          </p:cNvGraphicFramePr>
          <p:nvPr>
            <p:extLst>
              <p:ext uri="{D42A27DB-BD31-4B8C-83A1-F6EECF244321}">
                <p14:modId xmlns:p14="http://schemas.microsoft.com/office/powerpoint/2010/main" val="2605806004"/>
              </p:ext>
            </p:extLst>
          </p:nvPr>
        </p:nvGraphicFramePr>
        <p:xfrm>
          <a:off x="8758091" y="4176357"/>
          <a:ext cx="3297734" cy="1742440"/>
        </p:xfrm>
        <a:graphic>
          <a:graphicData uri="http://schemas.openxmlformats.org/drawingml/2006/table">
            <a:tbl>
              <a:tblPr firstRow="1" bandRow="1">
                <a:tableStyleId>{5C22544A-7EE6-4342-B048-85BDC9FD1C3A}</a:tableStyleId>
              </a:tblPr>
              <a:tblGrid>
                <a:gridCol w="3297734">
                  <a:extLst>
                    <a:ext uri="{9D8B030D-6E8A-4147-A177-3AD203B41FA5}">
                      <a16:colId xmlns:a16="http://schemas.microsoft.com/office/drawing/2014/main" val="2632233764"/>
                    </a:ext>
                  </a:extLst>
                </a:gridCol>
              </a:tblGrid>
              <a:tr h="370840">
                <a:tc>
                  <a:txBody>
                    <a:bodyPr/>
                    <a:lstStyle/>
                    <a:p>
                      <a:pPr algn="ctr"/>
                      <a:r>
                        <a:rPr lang="en-GB" sz="1200" dirty="0"/>
                        <a:t>Income Gap Ratio</a:t>
                      </a:r>
                    </a:p>
                  </a:txBody>
                  <a:tcPr/>
                </a:tc>
                <a:extLst>
                  <a:ext uri="{0D108BD9-81ED-4DB2-BD59-A6C34878D82A}">
                    <a16:rowId xmlns:a16="http://schemas.microsoft.com/office/drawing/2014/main" val="3845291591"/>
                  </a:ext>
                </a:extLst>
              </a:tr>
              <a:tr h="370840">
                <a:tc>
                  <a:txBody>
                    <a:bodyPr/>
                    <a:lstStyle/>
                    <a:p>
                      <a:r>
                        <a:rPr lang="en-GB" sz="1200" dirty="0"/>
                        <a:t>The </a:t>
                      </a:r>
                      <a:r>
                        <a:rPr lang="en-GB" sz="1200" b="1" dirty="0"/>
                        <a:t>income gap ratio</a:t>
                      </a:r>
                      <a:r>
                        <a:rPr lang="en-GB" sz="1200" dirty="0"/>
                        <a:t> (also called the </a:t>
                      </a:r>
                      <a:r>
                        <a:rPr lang="en-GB" sz="1200" i="1" dirty="0"/>
                        <a:t>poverty gap index</a:t>
                      </a:r>
                      <a:r>
                        <a:rPr lang="en-GB" sz="1200" dirty="0"/>
                        <a:t>) is defined as:</a:t>
                      </a:r>
                    </a:p>
                    <a:p>
                      <a:r>
                        <a:rPr lang="en-GB" sz="1200" b="1" dirty="0"/>
                        <a:t>The mean shortfall in income or consumption from the poverty line, expressed as a percentage of the poverty line, counting the non-poor as having zero shortfall.</a:t>
                      </a:r>
                    </a:p>
                  </a:txBody>
                  <a:tcPr/>
                </a:tc>
                <a:extLst>
                  <a:ext uri="{0D108BD9-81ED-4DB2-BD59-A6C34878D82A}">
                    <a16:rowId xmlns:a16="http://schemas.microsoft.com/office/drawing/2014/main" val="3465756055"/>
                  </a:ext>
                </a:extLst>
              </a:tr>
            </a:tbl>
          </a:graphicData>
        </a:graphic>
      </p:graphicFrame>
      <p:graphicFrame>
        <p:nvGraphicFramePr>
          <p:cNvPr id="19" name="Table 18">
            <a:extLst>
              <a:ext uri="{FF2B5EF4-FFF2-40B4-BE49-F238E27FC236}">
                <a16:creationId xmlns:a16="http://schemas.microsoft.com/office/drawing/2014/main" id="{3405B22C-731C-E3A0-9933-23D908EDF496}"/>
              </a:ext>
            </a:extLst>
          </p:cNvPr>
          <p:cNvGraphicFramePr>
            <a:graphicFrameLocks noGrp="1"/>
          </p:cNvGraphicFramePr>
          <p:nvPr>
            <p:extLst>
              <p:ext uri="{D42A27DB-BD31-4B8C-83A1-F6EECF244321}">
                <p14:modId xmlns:p14="http://schemas.microsoft.com/office/powerpoint/2010/main" val="2060564492"/>
              </p:ext>
            </p:extLst>
          </p:nvPr>
        </p:nvGraphicFramePr>
        <p:xfrm>
          <a:off x="8758091" y="1690688"/>
          <a:ext cx="3332672" cy="2037103"/>
        </p:xfrm>
        <a:graphic>
          <a:graphicData uri="http://schemas.openxmlformats.org/drawingml/2006/table">
            <a:tbl>
              <a:tblPr firstRow="1" bandRow="1">
                <a:tableStyleId>{5C22544A-7EE6-4342-B048-85BDC9FD1C3A}</a:tableStyleId>
              </a:tblPr>
              <a:tblGrid>
                <a:gridCol w="716253">
                  <a:extLst>
                    <a:ext uri="{9D8B030D-6E8A-4147-A177-3AD203B41FA5}">
                      <a16:colId xmlns:a16="http://schemas.microsoft.com/office/drawing/2014/main" val="266095692"/>
                    </a:ext>
                  </a:extLst>
                </a:gridCol>
                <a:gridCol w="1596335">
                  <a:extLst>
                    <a:ext uri="{9D8B030D-6E8A-4147-A177-3AD203B41FA5}">
                      <a16:colId xmlns:a16="http://schemas.microsoft.com/office/drawing/2014/main" val="428220020"/>
                    </a:ext>
                  </a:extLst>
                </a:gridCol>
                <a:gridCol w="1020084">
                  <a:extLst>
                    <a:ext uri="{9D8B030D-6E8A-4147-A177-3AD203B41FA5}">
                      <a16:colId xmlns:a16="http://schemas.microsoft.com/office/drawing/2014/main" val="1133780946"/>
                    </a:ext>
                  </a:extLst>
                </a:gridCol>
              </a:tblGrid>
              <a:tr h="326986">
                <a:tc>
                  <a:txBody>
                    <a:bodyPr/>
                    <a:lstStyle/>
                    <a:p>
                      <a:pPr>
                        <a:buNone/>
                      </a:pPr>
                      <a:r>
                        <a:rPr lang="en-GB" sz="900" dirty="0"/>
                        <a:t>Line Colour</a:t>
                      </a:r>
                    </a:p>
                  </a:txBody>
                  <a:tcPr anchor="ctr"/>
                </a:tc>
                <a:tc>
                  <a:txBody>
                    <a:bodyPr/>
                    <a:lstStyle/>
                    <a:p>
                      <a:pPr>
                        <a:buNone/>
                      </a:pPr>
                      <a:r>
                        <a:rPr lang="en-GB" sz="900" dirty="0"/>
                        <a:t>Poverty Line Definition</a:t>
                      </a:r>
                    </a:p>
                  </a:txBody>
                  <a:tcPr anchor="ctr"/>
                </a:tc>
                <a:tc>
                  <a:txBody>
                    <a:bodyPr/>
                    <a:lstStyle/>
                    <a:p>
                      <a:pPr>
                        <a:buNone/>
                      </a:pPr>
                      <a:r>
                        <a:rPr lang="en-GB" sz="900"/>
                        <a:t>Interpretation</a:t>
                      </a:r>
                    </a:p>
                  </a:txBody>
                  <a:tcPr anchor="ctr"/>
                </a:tc>
                <a:extLst>
                  <a:ext uri="{0D108BD9-81ED-4DB2-BD59-A6C34878D82A}">
                    <a16:rowId xmlns:a16="http://schemas.microsoft.com/office/drawing/2014/main" val="4118648837"/>
                  </a:ext>
                </a:extLst>
              </a:tr>
              <a:tr h="452750">
                <a:tc>
                  <a:txBody>
                    <a:bodyPr/>
                    <a:lstStyle/>
                    <a:p>
                      <a:pPr>
                        <a:buNone/>
                      </a:pPr>
                      <a:r>
                        <a:rPr lang="en-GB" sz="900"/>
                        <a:t>🔵 Blue</a:t>
                      </a:r>
                    </a:p>
                  </a:txBody>
                  <a:tcPr anchor="ctr"/>
                </a:tc>
                <a:tc>
                  <a:txBody>
                    <a:bodyPr/>
                    <a:lstStyle/>
                    <a:p>
                      <a:pPr>
                        <a:buNone/>
                      </a:pPr>
                      <a:r>
                        <a:rPr lang="en-GB" sz="900" b="1" dirty="0"/>
                        <a:t>International poverty line</a:t>
                      </a:r>
                      <a:r>
                        <a:rPr lang="en-GB" sz="900" dirty="0"/>
                        <a:t> (e.g., $2.15/day)</a:t>
                      </a:r>
                    </a:p>
                  </a:txBody>
                  <a:tcPr anchor="ctr"/>
                </a:tc>
                <a:tc>
                  <a:txBody>
                    <a:bodyPr/>
                    <a:lstStyle/>
                    <a:p>
                      <a:pPr>
                        <a:buNone/>
                      </a:pPr>
                      <a:r>
                        <a:rPr lang="en-GB" sz="900" dirty="0"/>
                        <a:t>Extreme poverty</a:t>
                      </a:r>
                    </a:p>
                  </a:txBody>
                  <a:tcPr anchor="ctr"/>
                </a:tc>
                <a:extLst>
                  <a:ext uri="{0D108BD9-81ED-4DB2-BD59-A6C34878D82A}">
                    <a16:rowId xmlns:a16="http://schemas.microsoft.com/office/drawing/2014/main" val="2202922484"/>
                  </a:ext>
                </a:extLst>
              </a:tr>
              <a:tr h="578513">
                <a:tc>
                  <a:txBody>
                    <a:bodyPr/>
                    <a:lstStyle/>
                    <a:p>
                      <a:pPr>
                        <a:buNone/>
                      </a:pPr>
                      <a:r>
                        <a:rPr lang="en-GB" sz="900"/>
                        <a:t>🔴 Red</a:t>
                      </a:r>
                    </a:p>
                  </a:txBody>
                  <a:tcPr anchor="ctr"/>
                </a:tc>
                <a:tc>
                  <a:txBody>
                    <a:bodyPr/>
                    <a:lstStyle/>
                    <a:p>
                      <a:pPr>
                        <a:buNone/>
                      </a:pPr>
                      <a:r>
                        <a:rPr lang="en-GB" sz="900" b="1" dirty="0"/>
                        <a:t>Lower-middle-income countries poverty line</a:t>
                      </a:r>
                      <a:r>
                        <a:rPr lang="en-GB" sz="900" dirty="0"/>
                        <a:t> (e.g., $3.65/day)</a:t>
                      </a:r>
                    </a:p>
                  </a:txBody>
                  <a:tcPr anchor="ctr"/>
                </a:tc>
                <a:tc>
                  <a:txBody>
                    <a:bodyPr/>
                    <a:lstStyle/>
                    <a:p>
                      <a:pPr>
                        <a:buNone/>
                      </a:pPr>
                      <a:r>
                        <a:rPr lang="en-GB" sz="900" dirty="0"/>
                        <a:t>Deprivation</a:t>
                      </a:r>
                    </a:p>
                  </a:txBody>
                  <a:tcPr anchor="ctr"/>
                </a:tc>
                <a:extLst>
                  <a:ext uri="{0D108BD9-81ED-4DB2-BD59-A6C34878D82A}">
                    <a16:rowId xmlns:a16="http://schemas.microsoft.com/office/drawing/2014/main" val="2584578210"/>
                  </a:ext>
                </a:extLst>
              </a:tr>
              <a:tr h="578513">
                <a:tc>
                  <a:txBody>
                    <a:bodyPr/>
                    <a:lstStyle/>
                    <a:p>
                      <a:pPr>
                        <a:buNone/>
                      </a:pPr>
                      <a:r>
                        <a:rPr lang="en-GB" sz="900" dirty="0"/>
                        <a:t>🟢 Green</a:t>
                      </a:r>
                    </a:p>
                  </a:txBody>
                  <a:tcPr anchor="ctr"/>
                </a:tc>
                <a:tc>
                  <a:txBody>
                    <a:bodyPr/>
                    <a:lstStyle/>
                    <a:p>
                      <a:pPr>
                        <a:buNone/>
                      </a:pPr>
                      <a:r>
                        <a:rPr lang="en-GB" sz="900" b="1" dirty="0"/>
                        <a:t>Upper-middle-income countries poverty line</a:t>
                      </a:r>
                      <a:r>
                        <a:rPr lang="en-GB" sz="900" dirty="0"/>
                        <a:t> (e.g., $6.85/day)</a:t>
                      </a:r>
                    </a:p>
                  </a:txBody>
                  <a:tcPr anchor="ctr"/>
                </a:tc>
                <a:tc>
                  <a:txBody>
                    <a:bodyPr/>
                    <a:lstStyle/>
                    <a:p>
                      <a:pPr>
                        <a:buNone/>
                      </a:pPr>
                      <a:r>
                        <a:rPr lang="en-GB" sz="900" dirty="0"/>
                        <a:t>Relative poverty &amp; social exclusion</a:t>
                      </a:r>
                    </a:p>
                  </a:txBody>
                  <a:tcPr anchor="ctr"/>
                </a:tc>
                <a:extLst>
                  <a:ext uri="{0D108BD9-81ED-4DB2-BD59-A6C34878D82A}">
                    <a16:rowId xmlns:a16="http://schemas.microsoft.com/office/drawing/2014/main" val="2920363326"/>
                  </a:ext>
                </a:extLst>
              </a:tr>
            </a:tbl>
          </a:graphicData>
        </a:graphic>
      </p:graphicFrame>
    </p:spTree>
    <p:extLst>
      <p:ext uri="{BB962C8B-B14F-4D97-AF65-F5344CB8AC3E}">
        <p14:creationId xmlns:p14="http://schemas.microsoft.com/office/powerpoint/2010/main" val="416846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D9E81-1032-0726-4BB8-DE6C2DEB2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83449-D60D-E2C2-A126-026B9CA7B4E1}"/>
              </a:ext>
            </a:extLst>
          </p:cNvPr>
          <p:cNvSpPr>
            <a:spLocks noGrp="1"/>
          </p:cNvSpPr>
          <p:nvPr>
            <p:ph type="title"/>
          </p:nvPr>
        </p:nvSpPr>
        <p:spPr/>
        <p:txBody>
          <a:bodyPr>
            <a:normAutofit/>
          </a:bodyPr>
          <a:lstStyle/>
          <a:p>
            <a:r>
              <a:rPr lang="en-GB" sz="2200" dirty="0"/>
              <a:t>Headcount ratio: Whilst extreme poverty is nearly eradicated, relative poverty remain significant</a:t>
            </a:r>
          </a:p>
        </p:txBody>
      </p:sp>
      <p:sp>
        <p:nvSpPr>
          <p:cNvPr id="3" name="Date Placeholder 2">
            <a:extLst>
              <a:ext uri="{FF2B5EF4-FFF2-40B4-BE49-F238E27FC236}">
                <a16:creationId xmlns:a16="http://schemas.microsoft.com/office/drawing/2014/main" id="{10C917F5-C794-E432-3DD4-D8E3F322768D}"/>
              </a:ext>
            </a:extLst>
          </p:cNvPr>
          <p:cNvSpPr>
            <a:spLocks noGrp="1"/>
          </p:cNvSpPr>
          <p:nvPr>
            <p:ph type="dt" sz="half" idx="10"/>
          </p:nvPr>
        </p:nvSpPr>
        <p:spPr/>
        <p:txBody>
          <a:bodyPr/>
          <a:lstStyle/>
          <a:p>
            <a:pPr rtl="0"/>
            <a:r>
              <a:rPr lang="en-GB" noProof="0" dirty="0"/>
              <a:t>10/11/2025</a:t>
            </a:r>
          </a:p>
        </p:txBody>
      </p:sp>
      <p:sp>
        <p:nvSpPr>
          <p:cNvPr id="4" name="Footer Placeholder 3">
            <a:extLst>
              <a:ext uri="{FF2B5EF4-FFF2-40B4-BE49-F238E27FC236}">
                <a16:creationId xmlns:a16="http://schemas.microsoft.com/office/drawing/2014/main" id="{FE22EEBB-183C-0018-02D4-871E440F3262}"/>
              </a:ext>
            </a:extLst>
          </p:cNvPr>
          <p:cNvSpPr>
            <a:spLocks noGrp="1"/>
          </p:cNvSpPr>
          <p:nvPr>
            <p:ph type="ftr" sz="quarter" idx="11"/>
          </p:nvPr>
        </p:nvSpPr>
        <p:spPr/>
        <p:txBody>
          <a:bodyPr/>
          <a:lstStyle/>
          <a:p>
            <a:r>
              <a:rPr lang="en-GB" dirty="0"/>
              <a:t>UK PIP Dataset Explored</a:t>
            </a:r>
          </a:p>
        </p:txBody>
      </p:sp>
      <p:sp>
        <p:nvSpPr>
          <p:cNvPr id="5" name="Slide Number Placeholder 4">
            <a:extLst>
              <a:ext uri="{FF2B5EF4-FFF2-40B4-BE49-F238E27FC236}">
                <a16:creationId xmlns:a16="http://schemas.microsoft.com/office/drawing/2014/main" id="{2111E99C-8F2F-CEB1-C9A0-F3DB8ED217A3}"/>
              </a:ext>
            </a:extLst>
          </p:cNvPr>
          <p:cNvSpPr>
            <a:spLocks noGrp="1"/>
          </p:cNvSpPr>
          <p:nvPr>
            <p:ph type="sldNum" sz="quarter" idx="12"/>
          </p:nvPr>
        </p:nvSpPr>
        <p:spPr/>
        <p:txBody>
          <a:bodyPr/>
          <a:lstStyle/>
          <a:p>
            <a:pPr rtl="0"/>
            <a:fld id="{D8DA9DAA-006C-4F4B-980E-E3DF019B24E2}" type="slidenum">
              <a:rPr lang="en-GB" noProof="0" smtClean="0"/>
              <a:t>17</a:t>
            </a:fld>
            <a:endParaRPr lang="en-GB" noProof="0"/>
          </a:p>
        </p:txBody>
      </p:sp>
      <p:pic>
        <p:nvPicPr>
          <p:cNvPr id="9" name="Picture 8" descr="A graph of a number of people&#10;&#10;AI-generated content may be incorrect.">
            <a:extLst>
              <a:ext uri="{FF2B5EF4-FFF2-40B4-BE49-F238E27FC236}">
                <a16:creationId xmlns:a16="http://schemas.microsoft.com/office/drawing/2014/main" id="{0B36FE88-BC0A-0D77-A7D9-F387B862F940}"/>
              </a:ext>
            </a:extLst>
          </p:cNvPr>
          <p:cNvPicPr>
            <a:picLocks noChangeAspect="1"/>
          </p:cNvPicPr>
          <p:nvPr/>
        </p:nvPicPr>
        <p:blipFill>
          <a:blip r:embed="rId3"/>
          <a:stretch>
            <a:fillRect/>
          </a:stretch>
        </p:blipFill>
        <p:spPr>
          <a:xfrm>
            <a:off x="1230352" y="1580128"/>
            <a:ext cx="7565172" cy="4539103"/>
          </a:xfrm>
          <a:prstGeom prst="rect">
            <a:avLst/>
          </a:prstGeom>
        </p:spPr>
      </p:pic>
      <p:graphicFrame>
        <p:nvGraphicFramePr>
          <p:cNvPr id="12" name="Table 11">
            <a:extLst>
              <a:ext uri="{FF2B5EF4-FFF2-40B4-BE49-F238E27FC236}">
                <a16:creationId xmlns:a16="http://schemas.microsoft.com/office/drawing/2014/main" id="{2425F7F2-C3F8-9ED3-4452-DD0B1CF20857}"/>
              </a:ext>
            </a:extLst>
          </p:cNvPr>
          <p:cNvGraphicFramePr>
            <a:graphicFrameLocks noGrp="1"/>
          </p:cNvGraphicFramePr>
          <p:nvPr>
            <p:extLst>
              <p:ext uri="{D42A27DB-BD31-4B8C-83A1-F6EECF244321}">
                <p14:modId xmlns:p14="http://schemas.microsoft.com/office/powerpoint/2010/main" val="704235546"/>
              </p:ext>
            </p:extLst>
          </p:nvPr>
        </p:nvGraphicFramePr>
        <p:xfrm>
          <a:off x="8795524" y="4176357"/>
          <a:ext cx="3293233" cy="1010920"/>
        </p:xfrm>
        <a:graphic>
          <a:graphicData uri="http://schemas.openxmlformats.org/drawingml/2006/table">
            <a:tbl>
              <a:tblPr firstRow="1" bandRow="1">
                <a:tableStyleId>{5C22544A-7EE6-4342-B048-85BDC9FD1C3A}</a:tableStyleId>
              </a:tblPr>
              <a:tblGrid>
                <a:gridCol w="3293233">
                  <a:extLst>
                    <a:ext uri="{9D8B030D-6E8A-4147-A177-3AD203B41FA5}">
                      <a16:colId xmlns:a16="http://schemas.microsoft.com/office/drawing/2014/main" val="2632233764"/>
                    </a:ext>
                  </a:extLst>
                </a:gridCol>
              </a:tblGrid>
              <a:tr h="370840">
                <a:tc>
                  <a:txBody>
                    <a:bodyPr/>
                    <a:lstStyle/>
                    <a:p>
                      <a:pPr algn="ctr"/>
                      <a:endParaRPr lang="en-GB" sz="1200" dirty="0"/>
                    </a:p>
                  </a:txBody>
                  <a:tcPr/>
                </a:tc>
                <a:extLst>
                  <a:ext uri="{0D108BD9-81ED-4DB2-BD59-A6C34878D82A}">
                    <a16:rowId xmlns:a16="http://schemas.microsoft.com/office/drawing/2014/main" val="3845291591"/>
                  </a:ext>
                </a:extLst>
              </a:tr>
              <a:tr h="370840">
                <a:tc>
                  <a:txBody>
                    <a:bodyPr/>
                    <a:lstStyle/>
                    <a:p>
                      <a:r>
                        <a:rPr lang="en-GB" sz="1200" b="1" dirty="0"/>
                        <a:t>Number of people living in households with an income or expenditure per person below the International Poverty line.</a:t>
                      </a:r>
                    </a:p>
                  </a:txBody>
                  <a:tcPr/>
                </a:tc>
                <a:extLst>
                  <a:ext uri="{0D108BD9-81ED-4DB2-BD59-A6C34878D82A}">
                    <a16:rowId xmlns:a16="http://schemas.microsoft.com/office/drawing/2014/main" val="3465756055"/>
                  </a:ext>
                </a:extLst>
              </a:tr>
            </a:tbl>
          </a:graphicData>
        </a:graphic>
      </p:graphicFrame>
      <p:graphicFrame>
        <p:nvGraphicFramePr>
          <p:cNvPr id="11" name="Table 10">
            <a:extLst>
              <a:ext uri="{FF2B5EF4-FFF2-40B4-BE49-F238E27FC236}">
                <a16:creationId xmlns:a16="http://schemas.microsoft.com/office/drawing/2014/main" id="{036F54F4-4FD6-67B7-800D-41A47874DF9A}"/>
              </a:ext>
            </a:extLst>
          </p:cNvPr>
          <p:cNvGraphicFramePr>
            <a:graphicFrameLocks noGrp="1"/>
          </p:cNvGraphicFramePr>
          <p:nvPr>
            <p:extLst>
              <p:ext uri="{D42A27DB-BD31-4B8C-83A1-F6EECF244321}">
                <p14:modId xmlns:p14="http://schemas.microsoft.com/office/powerpoint/2010/main" val="711663980"/>
              </p:ext>
            </p:extLst>
          </p:nvPr>
        </p:nvGraphicFramePr>
        <p:xfrm>
          <a:off x="8795524" y="1531752"/>
          <a:ext cx="3332672" cy="2037103"/>
        </p:xfrm>
        <a:graphic>
          <a:graphicData uri="http://schemas.openxmlformats.org/drawingml/2006/table">
            <a:tbl>
              <a:tblPr firstRow="1" bandRow="1">
                <a:tableStyleId>{5C22544A-7EE6-4342-B048-85BDC9FD1C3A}</a:tableStyleId>
              </a:tblPr>
              <a:tblGrid>
                <a:gridCol w="716253">
                  <a:extLst>
                    <a:ext uri="{9D8B030D-6E8A-4147-A177-3AD203B41FA5}">
                      <a16:colId xmlns:a16="http://schemas.microsoft.com/office/drawing/2014/main" val="266095692"/>
                    </a:ext>
                  </a:extLst>
                </a:gridCol>
                <a:gridCol w="1596335">
                  <a:extLst>
                    <a:ext uri="{9D8B030D-6E8A-4147-A177-3AD203B41FA5}">
                      <a16:colId xmlns:a16="http://schemas.microsoft.com/office/drawing/2014/main" val="428220020"/>
                    </a:ext>
                  </a:extLst>
                </a:gridCol>
                <a:gridCol w="1020084">
                  <a:extLst>
                    <a:ext uri="{9D8B030D-6E8A-4147-A177-3AD203B41FA5}">
                      <a16:colId xmlns:a16="http://schemas.microsoft.com/office/drawing/2014/main" val="1133780946"/>
                    </a:ext>
                  </a:extLst>
                </a:gridCol>
              </a:tblGrid>
              <a:tr h="326986">
                <a:tc>
                  <a:txBody>
                    <a:bodyPr/>
                    <a:lstStyle/>
                    <a:p>
                      <a:pPr>
                        <a:buNone/>
                      </a:pPr>
                      <a:r>
                        <a:rPr lang="en-GB" sz="900" dirty="0"/>
                        <a:t>Line Colour</a:t>
                      </a:r>
                    </a:p>
                  </a:txBody>
                  <a:tcPr anchor="ctr"/>
                </a:tc>
                <a:tc>
                  <a:txBody>
                    <a:bodyPr/>
                    <a:lstStyle/>
                    <a:p>
                      <a:pPr>
                        <a:buNone/>
                      </a:pPr>
                      <a:r>
                        <a:rPr lang="en-GB" sz="900" dirty="0"/>
                        <a:t>Poverty Line Definition</a:t>
                      </a:r>
                    </a:p>
                  </a:txBody>
                  <a:tcPr anchor="ctr"/>
                </a:tc>
                <a:tc>
                  <a:txBody>
                    <a:bodyPr/>
                    <a:lstStyle/>
                    <a:p>
                      <a:pPr>
                        <a:buNone/>
                      </a:pPr>
                      <a:r>
                        <a:rPr lang="en-GB" sz="900"/>
                        <a:t>Interpretation</a:t>
                      </a:r>
                    </a:p>
                  </a:txBody>
                  <a:tcPr anchor="ctr"/>
                </a:tc>
                <a:extLst>
                  <a:ext uri="{0D108BD9-81ED-4DB2-BD59-A6C34878D82A}">
                    <a16:rowId xmlns:a16="http://schemas.microsoft.com/office/drawing/2014/main" val="4118648837"/>
                  </a:ext>
                </a:extLst>
              </a:tr>
              <a:tr h="452750">
                <a:tc>
                  <a:txBody>
                    <a:bodyPr/>
                    <a:lstStyle/>
                    <a:p>
                      <a:pPr>
                        <a:buNone/>
                      </a:pPr>
                      <a:r>
                        <a:rPr lang="en-GB" sz="900"/>
                        <a:t>🔵 Blue</a:t>
                      </a:r>
                    </a:p>
                  </a:txBody>
                  <a:tcPr anchor="ctr"/>
                </a:tc>
                <a:tc>
                  <a:txBody>
                    <a:bodyPr/>
                    <a:lstStyle/>
                    <a:p>
                      <a:pPr>
                        <a:buNone/>
                      </a:pPr>
                      <a:r>
                        <a:rPr lang="en-GB" sz="900" b="1" dirty="0"/>
                        <a:t>International poverty line</a:t>
                      </a:r>
                      <a:r>
                        <a:rPr lang="en-GB" sz="900" dirty="0"/>
                        <a:t> (e.g., $2.15/day)</a:t>
                      </a:r>
                    </a:p>
                  </a:txBody>
                  <a:tcPr anchor="ctr"/>
                </a:tc>
                <a:tc>
                  <a:txBody>
                    <a:bodyPr/>
                    <a:lstStyle/>
                    <a:p>
                      <a:pPr>
                        <a:buNone/>
                      </a:pPr>
                      <a:r>
                        <a:rPr lang="en-GB" sz="900" dirty="0"/>
                        <a:t>Extreme poverty</a:t>
                      </a:r>
                    </a:p>
                  </a:txBody>
                  <a:tcPr anchor="ctr"/>
                </a:tc>
                <a:extLst>
                  <a:ext uri="{0D108BD9-81ED-4DB2-BD59-A6C34878D82A}">
                    <a16:rowId xmlns:a16="http://schemas.microsoft.com/office/drawing/2014/main" val="2202922484"/>
                  </a:ext>
                </a:extLst>
              </a:tr>
              <a:tr h="578513">
                <a:tc>
                  <a:txBody>
                    <a:bodyPr/>
                    <a:lstStyle/>
                    <a:p>
                      <a:pPr>
                        <a:buNone/>
                      </a:pPr>
                      <a:r>
                        <a:rPr lang="en-GB" sz="900"/>
                        <a:t>🔴 Red</a:t>
                      </a:r>
                    </a:p>
                  </a:txBody>
                  <a:tcPr anchor="ctr"/>
                </a:tc>
                <a:tc>
                  <a:txBody>
                    <a:bodyPr/>
                    <a:lstStyle/>
                    <a:p>
                      <a:pPr>
                        <a:buNone/>
                      </a:pPr>
                      <a:r>
                        <a:rPr lang="en-GB" sz="900" b="1" dirty="0"/>
                        <a:t>Lower-middle-income countries poverty line</a:t>
                      </a:r>
                      <a:r>
                        <a:rPr lang="en-GB" sz="900" dirty="0"/>
                        <a:t> (e.g., $3.65/day)</a:t>
                      </a:r>
                    </a:p>
                  </a:txBody>
                  <a:tcPr anchor="ctr"/>
                </a:tc>
                <a:tc>
                  <a:txBody>
                    <a:bodyPr/>
                    <a:lstStyle/>
                    <a:p>
                      <a:pPr>
                        <a:buNone/>
                      </a:pPr>
                      <a:r>
                        <a:rPr lang="en-GB" sz="900" dirty="0"/>
                        <a:t>Deprivation</a:t>
                      </a:r>
                    </a:p>
                  </a:txBody>
                  <a:tcPr anchor="ctr"/>
                </a:tc>
                <a:extLst>
                  <a:ext uri="{0D108BD9-81ED-4DB2-BD59-A6C34878D82A}">
                    <a16:rowId xmlns:a16="http://schemas.microsoft.com/office/drawing/2014/main" val="2584578210"/>
                  </a:ext>
                </a:extLst>
              </a:tr>
              <a:tr h="578513">
                <a:tc>
                  <a:txBody>
                    <a:bodyPr/>
                    <a:lstStyle/>
                    <a:p>
                      <a:pPr>
                        <a:buNone/>
                      </a:pPr>
                      <a:r>
                        <a:rPr lang="en-GB" sz="900" dirty="0"/>
                        <a:t>🟢 Green</a:t>
                      </a:r>
                    </a:p>
                  </a:txBody>
                  <a:tcPr anchor="ctr"/>
                </a:tc>
                <a:tc>
                  <a:txBody>
                    <a:bodyPr/>
                    <a:lstStyle/>
                    <a:p>
                      <a:pPr>
                        <a:buNone/>
                      </a:pPr>
                      <a:r>
                        <a:rPr lang="en-GB" sz="900" b="1" dirty="0"/>
                        <a:t>Upper-middle-income countries poverty line</a:t>
                      </a:r>
                      <a:r>
                        <a:rPr lang="en-GB" sz="900" dirty="0"/>
                        <a:t> (e.g., $6.85/day)</a:t>
                      </a:r>
                    </a:p>
                  </a:txBody>
                  <a:tcPr anchor="ctr"/>
                </a:tc>
                <a:tc>
                  <a:txBody>
                    <a:bodyPr/>
                    <a:lstStyle/>
                    <a:p>
                      <a:pPr>
                        <a:buNone/>
                      </a:pPr>
                      <a:r>
                        <a:rPr lang="en-GB" sz="900" dirty="0"/>
                        <a:t>Relative poverty &amp; social exclusion</a:t>
                      </a:r>
                    </a:p>
                  </a:txBody>
                  <a:tcPr anchor="ctr"/>
                </a:tc>
                <a:extLst>
                  <a:ext uri="{0D108BD9-81ED-4DB2-BD59-A6C34878D82A}">
                    <a16:rowId xmlns:a16="http://schemas.microsoft.com/office/drawing/2014/main" val="2920363326"/>
                  </a:ext>
                </a:extLst>
              </a:tr>
            </a:tbl>
          </a:graphicData>
        </a:graphic>
      </p:graphicFrame>
    </p:spTree>
    <p:extLst>
      <p:ext uri="{BB962C8B-B14F-4D97-AF65-F5344CB8AC3E}">
        <p14:creationId xmlns:p14="http://schemas.microsoft.com/office/powerpoint/2010/main" val="2883964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692474E6-3035-46B8-9C05-9B4204E8ED39}"/>
              </a:ext>
            </a:extLst>
          </p:cNvPr>
          <p:cNvSpPr>
            <a:spLocks noGrp="1"/>
          </p:cNvSpPr>
          <p:nvPr>
            <p:ph type="dt" sz="half" idx="10"/>
          </p:nvPr>
        </p:nvSpPr>
        <p:spPr/>
        <p:txBody>
          <a:bodyPr rtlCol="0"/>
          <a:lstStyle/>
          <a:p>
            <a:pPr rtl="0"/>
            <a:r>
              <a:rPr lang="en-GB"/>
              <a:t>9/3/20XX</a:t>
            </a:r>
          </a:p>
        </p:txBody>
      </p:sp>
      <p:sp>
        <p:nvSpPr>
          <p:cNvPr id="24" name="Slide Number Placeholder 23">
            <a:extLst>
              <a:ext uri="{FF2B5EF4-FFF2-40B4-BE49-F238E27FC236}">
                <a16:creationId xmlns:a16="http://schemas.microsoft.com/office/drawing/2014/main" id="{5D838446-B95D-4AB7-B8CA-D5804BB79A11}"/>
              </a:ext>
            </a:extLst>
          </p:cNvPr>
          <p:cNvSpPr>
            <a:spLocks noGrp="1"/>
          </p:cNvSpPr>
          <p:nvPr>
            <p:ph type="sldNum" sz="quarter" idx="12"/>
          </p:nvPr>
        </p:nvSpPr>
        <p:spPr/>
        <p:txBody>
          <a:bodyPr rtlCol="0"/>
          <a:lstStyle/>
          <a:p>
            <a:pPr rtl="0"/>
            <a:fld id="{D8DA9DAA-006C-4F4B-980E-E3DF019B24E2}" type="slidenum">
              <a:rPr lang="en-GB" smtClean="0"/>
              <a:pPr rtl="0"/>
              <a:t>18</a:t>
            </a:fld>
            <a:endParaRPr lang="en-GB"/>
          </a:p>
        </p:txBody>
      </p:sp>
      <p:sp>
        <p:nvSpPr>
          <p:cNvPr id="23" name="Footer Placeholder 22">
            <a:extLst>
              <a:ext uri="{FF2B5EF4-FFF2-40B4-BE49-F238E27FC236}">
                <a16:creationId xmlns:a16="http://schemas.microsoft.com/office/drawing/2014/main" id="{DE8D546E-0F46-4CC0-B2B1-8B2430D00C0C}"/>
              </a:ext>
            </a:extLst>
          </p:cNvPr>
          <p:cNvSpPr>
            <a:spLocks noGrp="1"/>
          </p:cNvSpPr>
          <p:nvPr>
            <p:ph type="ftr" sz="quarter" idx="11"/>
          </p:nvPr>
        </p:nvSpPr>
        <p:spPr/>
        <p:txBody>
          <a:bodyPr rtlCol="0"/>
          <a:lstStyle/>
          <a:p>
            <a:pPr rtl="0"/>
            <a:r>
              <a:rPr lang="en-GB"/>
              <a:t>Presentation Title</a:t>
            </a:r>
          </a:p>
        </p:txBody>
      </p:sp>
      <p:pic>
        <p:nvPicPr>
          <p:cNvPr id="9" name="Picture Placeholder 8" descr="mountains at sunset">
            <a:extLst>
              <a:ext uri="{FF2B5EF4-FFF2-40B4-BE49-F238E27FC236}">
                <a16:creationId xmlns:a16="http://schemas.microsoft.com/office/drawing/2014/main" id="{C82DA925-978C-48A9-98AD-0653B7A3D2D9}"/>
              </a:ext>
            </a:extLst>
          </p:cNvPr>
          <p:cNvPicPr>
            <a:picLocks noGrp="1" noChangeAspect="1"/>
          </p:cNvPicPr>
          <p:nvPr>
            <p:ph type="pic" sz="quarter" idx="14"/>
          </p:nvPr>
        </p:nvPicPr>
        <p:blipFill rotWithShape="1">
          <a:blip r:embed="rId3"/>
          <a:srcRect t="41" b="41"/>
          <a:stretch/>
        </p:blipFill>
        <p:spPr/>
      </p:pic>
      <p:pic>
        <p:nvPicPr>
          <p:cNvPr id="11" name="Picture Placeholder 10" descr="mountains at sunset">
            <a:extLst>
              <a:ext uri="{FF2B5EF4-FFF2-40B4-BE49-F238E27FC236}">
                <a16:creationId xmlns:a16="http://schemas.microsoft.com/office/drawing/2014/main" id="{E63B7C3F-04A4-43F6-881D-FA11061CBAFA}"/>
              </a:ext>
            </a:extLst>
          </p:cNvPr>
          <p:cNvPicPr>
            <a:picLocks noGrp="1" noChangeAspect="1"/>
          </p:cNvPicPr>
          <p:nvPr>
            <p:ph type="pic" sz="quarter" idx="15"/>
          </p:nvPr>
        </p:nvPicPr>
        <p:blipFill rotWithShape="1">
          <a:blip r:embed="rId4"/>
          <a:srcRect t="347" b="347"/>
          <a:stretch/>
        </p:blipFill>
        <p:spPr/>
      </p:pic>
      <p:sp>
        <p:nvSpPr>
          <p:cNvPr id="6" name="Title 5">
            <a:extLst>
              <a:ext uri="{FF2B5EF4-FFF2-40B4-BE49-F238E27FC236}">
                <a16:creationId xmlns:a16="http://schemas.microsoft.com/office/drawing/2014/main" id="{FF777B66-94CB-491C-AC6B-BDAC98E21D57}"/>
              </a:ext>
            </a:extLst>
          </p:cNvPr>
          <p:cNvSpPr>
            <a:spLocks noGrp="1"/>
          </p:cNvSpPr>
          <p:nvPr>
            <p:ph type="title"/>
          </p:nvPr>
        </p:nvSpPr>
        <p:spPr/>
        <p:txBody>
          <a:bodyPr rtlCol="0"/>
          <a:lstStyle/>
          <a:p>
            <a:pPr rtl="0"/>
            <a:r>
              <a:rPr lang="en-GB"/>
              <a:t>Thank you</a:t>
            </a:r>
          </a:p>
        </p:txBody>
      </p:sp>
      <p:sp>
        <p:nvSpPr>
          <p:cNvPr id="7" name="Text Placeholder 6">
            <a:extLst>
              <a:ext uri="{FF2B5EF4-FFF2-40B4-BE49-F238E27FC236}">
                <a16:creationId xmlns:a16="http://schemas.microsoft.com/office/drawing/2014/main" id="{42AF1107-8D35-4E35-93C7-D3640946F742}"/>
              </a:ext>
            </a:extLst>
          </p:cNvPr>
          <p:cNvSpPr>
            <a:spLocks noGrp="1"/>
          </p:cNvSpPr>
          <p:nvPr>
            <p:ph type="body" sz="quarter" idx="13"/>
          </p:nvPr>
        </p:nvSpPr>
        <p:spPr/>
        <p:txBody>
          <a:bodyPr rtlCol="0"/>
          <a:lstStyle/>
          <a:p>
            <a:pPr rtl="0"/>
            <a:r>
              <a:rPr lang="en-GB" dirty="0"/>
              <a:t>Teresa McGarry</a:t>
            </a:r>
          </a:p>
          <a:p>
            <a:pPr rtl="0"/>
            <a:r>
              <a:rPr lang="en-GB" dirty="0"/>
              <a:t>teresa_mcgarry@hotmail.com</a:t>
            </a:r>
          </a:p>
          <a:p>
            <a:pPr rtl="0"/>
            <a:r>
              <a:rPr lang="en-GB" dirty="0"/>
              <a:t>GitHub </a:t>
            </a:r>
          </a:p>
          <a:p>
            <a:pPr rtl="0"/>
            <a:endParaRPr lang="en-GB" dirty="0"/>
          </a:p>
        </p:txBody>
      </p:sp>
      <p:pic>
        <p:nvPicPr>
          <p:cNvPr id="15" name="Picture Placeholder 14">
            <a:extLst>
              <a:ext uri="{FF2B5EF4-FFF2-40B4-BE49-F238E27FC236}">
                <a16:creationId xmlns:a16="http://schemas.microsoft.com/office/drawing/2014/main" id="{3D15FDC1-74B5-4FD8-BD17-0E2502C411A6}"/>
              </a:ext>
            </a:extLst>
          </p:cNvPr>
          <p:cNvPicPr>
            <a:picLocks noGrp="1" noChangeAspect="1"/>
          </p:cNvPicPr>
          <p:nvPr>
            <p:ph type="pic" sz="quarter" idx="17"/>
          </p:nvPr>
        </p:nvPicPr>
        <p:blipFill>
          <a:blip r:embed="rId5"/>
          <a:srcRect l="10461" r="10461"/>
          <a:stretch/>
        </p:blipFill>
        <p:spPr/>
      </p:pic>
      <p:pic>
        <p:nvPicPr>
          <p:cNvPr id="13" name="Picture Placeholder 12" descr="mountains under the night sky just before dawn">
            <a:extLst>
              <a:ext uri="{FF2B5EF4-FFF2-40B4-BE49-F238E27FC236}">
                <a16:creationId xmlns:a16="http://schemas.microsoft.com/office/drawing/2014/main" id="{E02C4914-F076-4415-9C5D-A9BDB6CC6110}"/>
              </a:ext>
            </a:extLst>
          </p:cNvPr>
          <p:cNvPicPr>
            <a:picLocks noGrp="1" noChangeAspect="1"/>
          </p:cNvPicPr>
          <p:nvPr>
            <p:ph type="pic" sz="quarter" idx="16"/>
          </p:nvPr>
        </p:nvPicPr>
        <p:blipFill rotWithShape="1">
          <a:blip r:embed="rId6"/>
          <a:srcRect t="108" b="108"/>
          <a:stretch/>
        </p:blipFill>
        <p:spPr/>
      </p:pic>
    </p:spTree>
    <p:extLst>
      <p:ext uri="{BB962C8B-B14F-4D97-AF65-F5344CB8AC3E}">
        <p14:creationId xmlns:p14="http://schemas.microsoft.com/office/powerpoint/2010/main" val="927313156"/>
      </p:ext>
    </p:extLst>
  </p:cSld>
  <p:clrMapOvr>
    <a:masterClrMapping/>
  </p:clrMapOvr>
</p:sld>
</file>

<file path=ppt/theme/theme1.xml><?xml version="1.0" encoding="utf-8"?>
<a:theme xmlns:a="http://schemas.openxmlformats.org/drawingml/2006/main" name="GradientUnivers">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8167186_TF89338750_Win32" id="{41E8F413-9A18-4BDF-B28A-7CD5BF285DD4}" vid="{F5763C4E-78C1-4EFB-B9F5-2F4B07C76D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919F73-B6C2-4A43-95E2-833EC48925FE}">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C8E00D1-8EA3-4E42-801D-0253E1EAFC21}">
  <ds:schemaRefs>
    <ds:schemaRef ds:uri="http://schemas.microsoft.com/sharepoint/v3/contenttype/forms"/>
  </ds:schemaRefs>
</ds:datastoreItem>
</file>

<file path=customXml/itemProps3.xml><?xml version="1.0" encoding="utf-8"?>
<ds:datastoreItem xmlns:ds="http://schemas.openxmlformats.org/officeDocument/2006/customXml" ds:itemID="{ABC329F5-30EE-4BF7-AA2A-B837B51416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{A7058B25-DE43-462D-9864-CBC2560F6E19}tf89338750_win32</Template>
  <TotalTime>1581</TotalTime>
  <Words>1371</Words>
  <Application>Microsoft Office PowerPoint</Application>
  <PresentationFormat>Widescreen</PresentationFormat>
  <Paragraphs>202</Paragraphs>
  <Slides>18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Montserrat</vt:lpstr>
      <vt:lpstr>Univers</vt:lpstr>
      <vt:lpstr>GradientUnivers</vt:lpstr>
      <vt:lpstr>Uk Poverty and inequality trends 1969 - 2017 : Insights from the world bank pip dataset</vt:lpstr>
      <vt:lpstr>PowerPoint Presentation</vt:lpstr>
      <vt:lpstr>Introduction</vt:lpstr>
      <vt:lpstr>Poverty in the UK</vt:lpstr>
      <vt:lpstr>The PIP dataset</vt:lpstr>
      <vt:lpstr>Project Management</vt:lpstr>
      <vt:lpstr>Issues</vt:lpstr>
      <vt:lpstr>The PIP Dataset</vt:lpstr>
      <vt:lpstr>Key variables</vt:lpstr>
      <vt:lpstr>The world by region</vt:lpstr>
      <vt:lpstr>PowerPoint Presentation</vt:lpstr>
      <vt:lpstr>Palma Ratio: A  weak but positive relationship between time and inequality means inequality has risen steadily over time</vt:lpstr>
      <vt:lpstr>Polarization: Another weak but positive trend in polarization over time</vt:lpstr>
      <vt:lpstr>Gini Index: The weak positive relationship between time and inequality means inequality has risen steadily over time</vt:lpstr>
      <vt:lpstr>MLD: A slightly stronger positive relationship between time and inequality but again a consistent trend rather than being highly predictive</vt:lpstr>
      <vt:lpstr>Income Gap Ratio: Whilst each poverty measure shows a persistent incline over time, the ‘income gap ratio upper mid income povline’ shows the biggest increase.  The blue International poverty line is designed for low-income countries and so in the UK may understate poverty. Hence the red and green lines give a better indication of poverty., capturing relative deprivation and social exclusion</vt:lpstr>
      <vt:lpstr>Headcount ratio: Whilst extreme poverty is nearly eradicated, relative poverty remain significant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Teresa McGarry</dc:creator>
  <cp:lastModifiedBy>Teresa McGarry</cp:lastModifiedBy>
  <cp:revision>1</cp:revision>
  <dcterms:created xsi:type="dcterms:W3CDTF">2025-11-08T17:03:39Z</dcterms:created>
  <dcterms:modified xsi:type="dcterms:W3CDTF">2025-11-12T15:09:25Z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